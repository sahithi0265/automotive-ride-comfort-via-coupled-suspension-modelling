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4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4049" r:id="rId5"/>
    <p:sldMasterId id="2147484149" r:id="rId6"/>
    <p:sldMasterId id="2147484179" r:id="rId7"/>
    <p:sldMasterId id="2147484256" r:id="rId8"/>
  </p:sldMasterIdLst>
  <p:notesMasterIdLst>
    <p:notesMasterId r:id="rId25"/>
  </p:notesMasterIdLst>
  <p:sldIdLst>
    <p:sldId id="328" r:id="rId9"/>
    <p:sldId id="306" r:id="rId10"/>
    <p:sldId id="307" r:id="rId11"/>
    <p:sldId id="308" r:id="rId12"/>
    <p:sldId id="2147481348" r:id="rId13"/>
    <p:sldId id="2147481352" r:id="rId14"/>
    <p:sldId id="2147481360" r:id="rId15"/>
    <p:sldId id="2147481350" r:id="rId16"/>
    <p:sldId id="2147481358" r:id="rId17"/>
    <p:sldId id="2147481353" r:id="rId18"/>
    <p:sldId id="2147481355" r:id="rId19"/>
    <p:sldId id="2147481359" r:id="rId20"/>
    <p:sldId id="2147481351" r:id="rId21"/>
    <p:sldId id="2147481356" r:id="rId22"/>
    <p:sldId id="2147481357" r:id="rId23"/>
    <p:sldId id="214748134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A965CC6-56C2-25AF-286D-7C37C0B5FCD0}" name="Aditya Agrawal" initials="AA" userId="S::Aditya.Agrawal@Ltts.com::cd4a3f0b-7bb8-49df-b246-4d05fee638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317"/>
    <a:srgbClr val="17375E"/>
    <a:srgbClr val="FFC000"/>
    <a:srgbClr val="CCD1ED"/>
    <a:srgbClr val="E8EAEB"/>
    <a:srgbClr val="E7EEFF"/>
    <a:srgbClr val="C4D9FE"/>
    <a:srgbClr val="69BBFF"/>
    <a:srgbClr val="0556CD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26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2" d="100"/>
        <a:sy n="102" d="100"/>
      </p:scale>
      <p:origin x="0" y="-27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sh Leon J M" userId="7a14a41a-c703-4cf5-a552-f734d0249e08" providerId="ADAL" clId="{8E25423E-D939-474D-A57D-8CD238804EB1}"/>
    <pc:docChg chg="modSld">
      <pc:chgData name="Anish Leon J M" userId="7a14a41a-c703-4cf5-a552-f734d0249e08" providerId="ADAL" clId="{8E25423E-D939-474D-A57D-8CD238804EB1}" dt="2026-02-09T10:54:44.061" v="0" actId="20577"/>
      <pc:docMkLst>
        <pc:docMk/>
      </pc:docMkLst>
      <pc:sldChg chg="modSp mod">
        <pc:chgData name="Anish Leon J M" userId="7a14a41a-c703-4cf5-a552-f734d0249e08" providerId="ADAL" clId="{8E25423E-D939-474D-A57D-8CD238804EB1}" dt="2026-02-09T10:54:44.061" v="0" actId="20577"/>
        <pc:sldMkLst>
          <pc:docMk/>
          <pc:sldMk cId="2792990188" sldId="336"/>
        </pc:sldMkLst>
        <pc:spChg chg="mod">
          <ac:chgData name="Anish Leon J M" userId="7a14a41a-c703-4cf5-a552-f734d0249e08" providerId="ADAL" clId="{8E25423E-D939-474D-A57D-8CD238804EB1}" dt="2026-02-09T10:54:44.061" v="0" actId="20577"/>
          <ac:spMkLst>
            <pc:docMk/>
            <pc:sldMk cId="2792990188" sldId="336"/>
            <ac:spMk id="3" creationId="{05D7F545-E4C3-D614-3187-979947F24874}"/>
          </ac:spMkLst>
        </pc:spChg>
      </pc:sldChg>
    </pc:docChg>
  </pc:docChgLst>
  <pc:docChgLst>
    <pc:chgData name="Pauline Gifty Simon Solomon Raj" userId="d664233d-6e25-4d9c-b02e-7355c0f0a4e7" providerId="ADAL" clId="{10B9CC73-037E-41FF-961F-FF54072648EB}"/>
    <pc:docChg chg="undo custSel addSld delSld modSld">
      <pc:chgData name="Pauline Gifty Simon Solomon Raj" userId="d664233d-6e25-4d9c-b02e-7355c0f0a4e7" providerId="ADAL" clId="{10B9CC73-037E-41FF-961F-FF54072648EB}" dt="2026-02-05T06:05:19.827" v="841" actId="5793"/>
      <pc:docMkLst>
        <pc:docMk/>
      </pc:docMkLst>
      <pc:sldChg chg="modSp mod">
        <pc:chgData name="Pauline Gifty Simon Solomon Raj" userId="d664233d-6e25-4d9c-b02e-7355c0f0a4e7" providerId="ADAL" clId="{10B9CC73-037E-41FF-961F-FF54072648EB}" dt="2026-02-04T10:48:38.714" v="814" actId="20577"/>
        <pc:sldMkLst>
          <pc:docMk/>
          <pc:sldMk cId="2792990188" sldId="336"/>
        </pc:sldMkLst>
        <pc:spChg chg="mod">
          <ac:chgData name="Pauline Gifty Simon Solomon Raj" userId="d664233d-6e25-4d9c-b02e-7355c0f0a4e7" providerId="ADAL" clId="{10B9CC73-037E-41FF-961F-FF54072648EB}" dt="2026-02-04T10:48:38.714" v="814" actId="20577"/>
          <ac:spMkLst>
            <pc:docMk/>
            <pc:sldMk cId="2792990188" sldId="336"/>
            <ac:spMk id="3" creationId="{05D7F545-E4C3-D614-3187-979947F24874}"/>
          </ac:spMkLst>
        </pc:spChg>
      </pc:sldChg>
      <pc:sldChg chg="modSp mod">
        <pc:chgData name="Pauline Gifty Simon Solomon Raj" userId="d664233d-6e25-4d9c-b02e-7355c0f0a4e7" providerId="ADAL" clId="{10B9CC73-037E-41FF-961F-FF54072648EB}" dt="2026-02-05T06:04:05.597" v="824" actId="20577"/>
        <pc:sldMkLst>
          <pc:docMk/>
          <pc:sldMk cId="339873518" sldId="2147481351"/>
        </pc:sldMkLst>
        <pc:spChg chg="mod">
          <ac:chgData name="Pauline Gifty Simon Solomon Raj" userId="d664233d-6e25-4d9c-b02e-7355c0f0a4e7" providerId="ADAL" clId="{10B9CC73-037E-41FF-961F-FF54072648EB}" dt="2026-02-05T06:04:05.597" v="824" actId="20577"/>
          <ac:spMkLst>
            <pc:docMk/>
            <pc:sldMk cId="339873518" sldId="2147481351"/>
            <ac:spMk id="9" creationId="{5DAC1370-285B-B4B5-CA73-01E261366444}"/>
          </ac:spMkLst>
        </pc:spChg>
      </pc:sldChg>
      <pc:sldChg chg="modSp mod">
        <pc:chgData name="Pauline Gifty Simon Solomon Raj" userId="d664233d-6e25-4d9c-b02e-7355c0f0a4e7" providerId="ADAL" clId="{10B9CC73-037E-41FF-961F-FF54072648EB}" dt="2026-02-05T06:05:19.827" v="841" actId="5793"/>
        <pc:sldMkLst>
          <pc:docMk/>
          <pc:sldMk cId="1054618553" sldId="2147481356"/>
        </pc:sldMkLst>
        <pc:spChg chg="mod">
          <ac:chgData name="Pauline Gifty Simon Solomon Raj" userId="d664233d-6e25-4d9c-b02e-7355c0f0a4e7" providerId="ADAL" clId="{10B9CC73-037E-41FF-961F-FF54072648EB}" dt="2026-02-05T06:05:19.827" v="841" actId="5793"/>
          <ac:spMkLst>
            <pc:docMk/>
            <pc:sldMk cId="1054618553" sldId="2147481356"/>
            <ac:spMk id="3" creationId="{7CC229AB-3C21-6349-7416-76FD715228E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319FB-1DBA-481C-A6D1-2E9B5433F62B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6597B-3FED-4E67-9747-18C048D31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93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B5317-EDBC-4155-87F5-41E4E6A99D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70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6597B-3FED-4E67-9747-18C048D314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102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6.png"/><Relationship Id="rId4" Type="http://schemas.openxmlformats.org/officeDocument/2006/relationships/image" Target="../media/image6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6.png"/><Relationship Id="rId4" Type="http://schemas.openxmlformats.org/officeDocument/2006/relationships/image" Target="../media/image6.sv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8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0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2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4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6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svg"/><Relationship Id="rId5" Type="http://schemas.openxmlformats.org/officeDocument/2006/relationships/image" Target="../media/image6.png"/><Relationship Id="rId4" Type="http://schemas.openxmlformats.org/officeDocument/2006/relationships/image" Target="../media/image6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svg"/><Relationship Id="rId5" Type="http://schemas.openxmlformats.org/officeDocument/2006/relationships/image" Target="../media/image6.png"/><Relationship Id="rId4" Type="http://schemas.openxmlformats.org/officeDocument/2006/relationships/image" Target="../media/image6.svg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6.svg"/><Relationship Id="rId5" Type="http://schemas.openxmlformats.org/officeDocument/2006/relationships/image" Target="../media/image24.png"/><Relationship Id="rId4" Type="http://schemas.openxmlformats.org/officeDocument/2006/relationships/image" Target="../media/image6.svg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0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8.sv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sv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0.sv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2.sv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4.sv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6.sv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36.sv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36.svg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6.svg"/><Relationship Id="rId5" Type="http://schemas.openxmlformats.org/officeDocument/2006/relationships/image" Target="../media/image24.png"/><Relationship Id="rId4" Type="http://schemas.openxmlformats.org/officeDocument/2006/relationships/image" Target="../media/image6.svg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5.xml"/><Relationship Id="rId5" Type="http://schemas.microsoft.com/office/2007/relationships/hdphoto" Target="../media/hdphoto1.wdp"/><Relationship Id="rId4" Type="http://schemas.openxmlformats.org/officeDocument/2006/relationships/image" Target="../media/image27.png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48CF3F-C310-A798-3FC5-A1091EC24F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12" r="2103"/>
          <a:stretch/>
        </p:blipFill>
        <p:spPr>
          <a:xfrm flipH="1">
            <a:off x="1133473" y="657276"/>
            <a:ext cx="11058523" cy="620072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A0F37DD-1BE1-1AE7-5545-AEDAA9BD32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 userDrawn="1"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77ABC60-1015-CA7D-6165-EAB4CE2A7F00}"/>
              </a:ext>
            </a:extLst>
          </p:cNvPr>
          <p:cNvGrpSpPr/>
          <p:nvPr userDrawn="1"/>
        </p:nvGrpSpPr>
        <p:grpSpPr>
          <a:xfrm>
            <a:off x="445174" y="2002465"/>
            <a:ext cx="3741293" cy="2851865"/>
            <a:chOff x="435649" y="2002465"/>
            <a:chExt cx="3741293" cy="285186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3AC36E-B320-78DD-E691-BE855821E7FE}"/>
                </a:ext>
              </a:extLst>
            </p:cNvPr>
            <p:cNvSpPr txBox="1"/>
            <p:nvPr userDrawn="1"/>
          </p:nvSpPr>
          <p:spPr>
            <a:xfrm>
              <a:off x="2111803" y="2805752"/>
              <a:ext cx="2065139" cy="12464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500">
                  <a:solidFill>
                    <a:schemeClr val="bg1"/>
                  </a:solidFill>
                </a:rPr>
                <a:t>Purposeful. </a:t>
              </a:r>
            </a:p>
            <a:p>
              <a:r>
                <a:rPr lang="en-IN" sz="2500">
                  <a:solidFill>
                    <a:schemeClr val="bg1"/>
                  </a:solidFill>
                </a:rPr>
                <a:t>Agile.</a:t>
              </a:r>
            </a:p>
            <a:p>
              <a:r>
                <a:rPr lang="en-IN" sz="2500">
                  <a:solidFill>
                    <a:schemeClr val="bg1"/>
                  </a:solidFill>
                </a:rPr>
                <a:t>Innovation.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F5173B0F-EFDF-09D6-E856-07569D6567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435649" y="2002465"/>
              <a:ext cx="3074351" cy="2851865"/>
            </a:xfrm>
            <a:custGeom>
              <a:avLst/>
              <a:gdLst>
                <a:gd name="connsiteX0" fmla="*/ 0 w 3074351"/>
                <a:gd name="connsiteY0" fmla="*/ 0 h 2851865"/>
                <a:gd name="connsiteX1" fmla="*/ 3074351 w 3074351"/>
                <a:gd name="connsiteY1" fmla="*/ 0 h 2851865"/>
                <a:gd name="connsiteX2" fmla="*/ 3074351 w 3074351"/>
                <a:gd name="connsiteY2" fmla="*/ 883610 h 2851865"/>
                <a:gd name="connsiteX3" fmla="*/ 1603216 w 3074351"/>
                <a:gd name="connsiteY3" fmla="*/ 883610 h 2851865"/>
                <a:gd name="connsiteX4" fmla="*/ 1603216 w 3074351"/>
                <a:gd name="connsiteY4" fmla="*/ 2030732 h 2851865"/>
                <a:gd name="connsiteX5" fmla="*/ 3074351 w 3074351"/>
                <a:gd name="connsiteY5" fmla="*/ 2030732 h 2851865"/>
                <a:gd name="connsiteX6" fmla="*/ 3074351 w 3074351"/>
                <a:gd name="connsiteY6" fmla="*/ 2851865 h 2851865"/>
                <a:gd name="connsiteX7" fmla="*/ 0 w 3074351"/>
                <a:gd name="connsiteY7" fmla="*/ 2851865 h 285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74351" h="2851865">
                  <a:moveTo>
                    <a:pt x="0" y="0"/>
                  </a:moveTo>
                  <a:lnTo>
                    <a:pt x="3074351" y="0"/>
                  </a:lnTo>
                  <a:lnTo>
                    <a:pt x="3074351" y="883610"/>
                  </a:lnTo>
                  <a:lnTo>
                    <a:pt x="1603216" y="883610"/>
                  </a:lnTo>
                  <a:lnTo>
                    <a:pt x="1603216" y="2030732"/>
                  </a:lnTo>
                  <a:lnTo>
                    <a:pt x="3074351" y="2030732"/>
                  </a:lnTo>
                  <a:lnTo>
                    <a:pt x="3074351" y="2851865"/>
                  </a:lnTo>
                  <a:lnTo>
                    <a:pt x="0" y="2851865"/>
                  </a:lnTo>
                  <a:close/>
                </a:path>
              </a:pathLst>
            </a:custGeom>
          </p:spPr>
        </p:pic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59008247-9F77-9210-4624-46F9D72FD9D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985124" y="503024"/>
            <a:ext cx="2776539" cy="15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92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565234-79ED-EA4B-4DF1-B74DF44C0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1579" y="1622197"/>
            <a:ext cx="5461833" cy="3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80623EE-1C49-6FBD-980E-952FF29794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4433" y="1622197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BD941E4D-9A8C-6DE6-F2F1-AE06A2A4A63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51579" y="2367877"/>
            <a:ext cx="5461833" cy="3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798B33DB-ACF1-5019-41C9-0B0BB978A3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4433" y="2367877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69D71781-5D6F-BE23-39CD-92CE4BF4908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46124" y="3118192"/>
            <a:ext cx="5461833" cy="344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</a:t>
            </a:r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DF04471C-C0C9-9BA0-4022-EEC00A6589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8978" y="3118192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79B9FAEF-2B3D-19F0-E898-109B1DF5795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46124" y="3863872"/>
            <a:ext cx="5461833" cy="344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</a:t>
            </a:r>
          </a:p>
        </p:txBody>
      </p:sp>
      <p:sp>
        <p:nvSpPr>
          <p:cNvPr id="56" name="Text Placeholder 19">
            <a:extLst>
              <a:ext uri="{FF2B5EF4-FFF2-40B4-BE49-F238E27FC236}">
                <a16:creationId xmlns:a16="http://schemas.microsoft.com/office/drawing/2014/main" id="{9E419D21-2BB7-FDD4-2D06-A60C781F23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978" y="3863872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63B2118-6AD0-673E-4018-789C34AE388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520146" y="4636515"/>
            <a:ext cx="5461833" cy="3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</a:t>
            </a:r>
          </a:p>
        </p:txBody>
      </p:sp>
      <p:sp>
        <p:nvSpPr>
          <p:cNvPr id="58" name="Text Placeholder 19">
            <a:extLst>
              <a:ext uri="{FF2B5EF4-FFF2-40B4-BE49-F238E27FC236}">
                <a16:creationId xmlns:a16="http://schemas.microsoft.com/office/drawing/2014/main" id="{C8AE2EF7-3214-44BB-0A70-5447DA425C7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3000" y="4636515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80E41B5-23E6-838E-6193-7D0BE7A042C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20146" y="5393977"/>
            <a:ext cx="5461833" cy="344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</a:t>
            </a:r>
          </a:p>
        </p:txBody>
      </p:sp>
      <p:sp>
        <p:nvSpPr>
          <p:cNvPr id="60" name="Text Placeholder 19">
            <a:extLst>
              <a:ext uri="{FF2B5EF4-FFF2-40B4-BE49-F238E27FC236}">
                <a16:creationId xmlns:a16="http://schemas.microsoft.com/office/drawing/2014/main" id="{71403852-7822-1472-E0FE-6395E3292B3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3000" y="5393977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5BA37C79-117E-EAFA-0437-6FF7377EFC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8A11A5F-046F-1162-8E74-2ED4AF297222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799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2C06EE0-4C9E-A04F-D16A-8DBE689EE0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b="25520"/>
          <a:stretch/>
        </p:blipFill>
        <p:spPr>
          <a:xfrm>
            <a:off x="9953740" y="372050"/>
            <a:ext cx="1687320" cy="44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78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7">
            <a:extLst>
              <a:ext uri="{FF2B5EF4-FFF2-40B4-BE49-F238E27FC236}">
                <a16:creationId xmlns:a16="http://schemas.microsoft.com/office/drawing/2014/main" id="{9370DF6C-9269-8428-5E5B-18C0A805FD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82297" y="0"/>
            <a:ext cx="3425850" cy="6326841"/>
          </a:xfrm>
          <a:prstGeom prst="rect">
            <a:avLst/>
          </a:prstGeom>
          <a:solidFill>
            <a:schemeClr val="tx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BBF3F82-3C53-C5AA-C727-A678218BE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8016809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A205C-1567-9FA3-6293-D586C20FB46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3550" y="1136650"/>
            <a:ext cx="7543800" cy="50450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9DB15C-D830-ED32-C760-5A4A2DA845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0F58A13-E354-80D4-3CDF-0E089C009C19}"/>
              </a:ext>
            </a:extLst>
          </p:cNvPr>
          <p:cNvSpPr/>
          <p:nvPr userDrawn="1"/>
        </p:nvSpPr>
        <p:spPr>
          <a:xfrm>
            <a:off x="460600" y="830468"/>
            <a:ext cx="7543800" cy="457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93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BE671D-AEDF-7BF0-591E-A3BB7E2B2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6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7EA5C-0C88-9937-471C-F2EEC0B1795E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1ADF-9314-16CC-B03D-64962E3D56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5CD9221-7207-3E34-612E-00A95D782B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9379" y="1495963"/>
            <a:ext cx="4581525" cy="4733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4pPr>
            <a:lvl5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reeform: Shape 4">
            <a:extLst>
              <a:ext uri="{FF2B5EF4-FFF2-40B4-BE49-F238E27FC236}">
                <a16:creationId xmlns:a16="http://schemas.microsoft.com/office/drawing/2014/main" id="{0FE3AEBB-EE1B-2785-DE65-26BA92B477A2}"/>
              </a:ext>
            </a:extLst>
          </p:cNvPr>
          <p:cNvSpPr/>
          <p:nvPr userDrawn="1"/>
        </p:nvSpPr>
        <p:spPr>
          <a:xfrm>
            <a:off x="7964871" y="2617385"/>
            <a:ext cx="907957" cy="907957"/>
          </a:xfrm>
          <a:custGeom>
            <a:avLst/>
            <a:gdLst>
              <a:gd name="connsiteX0" fmla="*/ 660705 w 660704"/>
              <a:gd name="connsiteY0" fmla="*/ 243793 h 660704"/>
              <a:gd name="connsiteX1" fmla="*/ 660705 w 660704"/>
              <a:gd name="connsiteY1" fmla="*/ 0 h 660704"/>
              <a:gd name="connsiteX2" fmla="*/ 0 w 660704"/>
              <a:gd name="connsiteY2" fmla="*/ 660705 h 660704"/>
              <a:gd name="connsiteX3" fmla="*/ 243793 w 660704"/>
              <a:gd name="connsiteY3" fmla="*/ 660705 h 660704"/>
              <a:gd name="connsiteX4" fmla="*/ 660705 w 660704"/>
              <a:gd name="connsiteY4" fmla="*/ 243793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660705" y="243793"/>
                </a:moveTo>
                <a:lnTo>
                  <a:pt x="660705" y="0"/>
                </a:lnTo>
                <a:cubicBezTo>
                  <a:pt x="324376" y="59055"/>
                  <a:pt x="59055" y="324339"/>
                  <a:pt x="0" y="660705"/>
                </a:cubicBezTo>
                <a:lnTo>
                  <a:pt x="243793" y="660705"/>
                </a:lnTo>
                <a:cubicBezTo>
                  <a:pt x="285885" y="451024"/>
                  <a:pt x="451024" y="285885"/>
                  <a:pt x="660705" y="24379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6">
            <a:extLst>
              <a:ext uri="{FF2B5EF4-FFF2-40B4-BE49-F238E27FC236}">
                <a16:creationId xmlns:a16="http://schemas.microsoft.com/office/drawing/2014/main" id="{237CEC14-F9EA-5671-74A5-62D60CA84D57}"/>
              </a:ext>
            </a:extLst>
          </p:cNvPr>
          <p:cNvSpPr/>
          <p:nvPr userDrawn="1"/>
        </p:nvSpPr>
        <p:spPr>
          <a:xfrm>
            <a:off x="9162559" y="2617385"/>
            <a:ext cx="907957" cy="907957"/>
          </a:xfrm>
          <a:custGeom>
            <a:avLst/>
            <a:gdLst>
              <a:gd name="connsiteX0" fmla="*/ 416912 w 660704"/>
              <a:gd name="connsiteY0" fmla="*/ 660705 h 660704"/>
              <a:gd name="connsiteX1" fmla="*/ 660705 w 660704"/>
              <a:gd name="connsiteY1" fmla="*/ 660705 h 660704"/>
              <a:gd name="connsiteX2" fmla="*/ 0 w 660704"/>
              <a:gd name="connsiteY2" fmla="*/ 0 h 660704"/>
              <a:gd name="connsiteX3" fmla="*/ 0 w 660704"/>
              <a:gd name="connsiteY3" fmla="*/ 243793 h 660704"/>
              <a:gd name="connsiteX4" fmla="*/ 416912 w 660704"/>
              <a:gd name="connsiteY4" fmla="*/ 660705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416912" y="660705"/>
                </a:moveTo>
                <a:lnTo>
                  <a:pt x="660705" y="660705"/>
                </a:lnTo>
                <a:cubicBezTo>
                  <a:pt x="601649" y="324376"/>
                  <a:pt x="336365" y="59055"/>
                  <a:pt x="0" y="0"/>
                </a:cubicBezTo>
                <a:lnTo>
                  <a:pt x="0" y="243793"/>
                </a:lnTo>
                <a:cubicBezTo>
                  <a:pt x="209681" y="285885"/>
                  <a:pt x="374820" y="451024"/>
                  <a:pt x="416912" y="66070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7">
            <a:extLst>
              <a:ext uri="{FF2B5EF4-FFF2-40B4-BE49-F238E27FC236}">
                <a16:creationId xmlns:a16="http://schemas.microsoft.com/office/drawing/2014/main" id="{1BE00EBC-5A78-B680-9AC0-6B356B9787BC}"/>
              </a:ext>
            </a:extLst>
          </p:cNvPr>
          <p:cNvSpPr/>
          <p:nvPr userDrawn="1"/>
        </p:nvSpPr>
        <p:spPr>
          <a:xfrm>
            <a:off x="6440165" y="3815124"/>
            <a:ext cx="2432663" cy="2432613"/>
          </a:xfrm>
          <a:custGeom>
            <a:avLst/>
            <a:gdLst>
              <a:gd name="connsiteX0" fmla="*/ 1770206 w 1770205"/>
              <a:gd name="connsiteY0" fmla="*/ 660668 h 1770168"/>
              <a:gd name="connsiteX1" fmla="*/ 1770206 w 1770205"/>
              <a:gd name="connsiteY1" fmla="*/ 1593152 h 1770168"/>
              <a:gd name="connsiteX2" fmla="*/ 1593189 w 1770205"/>
              <a:gd name="connsiteY2" fmla="*/ 1770169 h 1770168"/>
              <a:gd name="connsiteX3" fmla="*/ 177017 w 1770205"/>
              <a:gd name="connsiteY3" fmla="*/ 1770169 h 1770168"/>
              <a:gd name="connsiteX4" fmla="*/ 0 w 1770205"/>
              <a:gd name="connsiteY4" fmla="*/ 1593152 h 1770168"/>
              <a:gd name="connsiteX5" fmla="*/ 0 w 1770205"/>
              <a:gd name="connsiteY5" fmla="*/ 177017 h 1770168"/>
              <a:gd name="connsiteX6" fmla="*/ 177017 w 1770205"/>
              <a:gd name="connsiteY6" fmla="*/ 0 h 1770168"/>
              <a:gd name="connsiteX7" fmla="*/ 1109501 w 1770205"/>
              <a:gd name="connsiteY7" fmla="*/ 0 h 1770168"/>
              <a:gd name="connsiteX8" fmla="*/ 1770206 w 1770205"/>
              <a:gd name="connsiteY8" fmla="*/ 660705 h 177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168">
                <a:moveTo>
                  <a:pt x="1770206" y="660668"/>
                </a:moveTo>
                <a:lnTo>
                  <a:pt x="1770206" y="1593152"/>
                </a:lnTo>
                <a:cubicBezTo>
                  <a:pt x="1770206" y="1690922"/>
                  <a:pt x="1690959" y="1770169"/>
                  <a:pt x="1593189" y="1770169"/>
                </a:cubicBezTo>
                <a:lnTo>
                  <a:pt x="177017" y="1770169"/>
                </a:lnTo>
                <a:cubicBezTo>
                  <a:pt x="79247" y="1770169"/>
                  <a:pt x="0" y="1690922"/>
                  <a:pt x="0" y="1593152"/>
                </a:cubicBezTo>
                <a:lnTo>
                  <a:pt x="0" y="177017"/>
                </a:lnTo>
                <a:cubicBezTo>
                  <a:pt x="0" y="79248"/>
                  <a:pt x="79247" y="0"/>
                  <a:pt x="177017" y="0"/>
                </a:cubicBezTo>
                <a:lnTo>
                  <a:pt x="1109501" y="0"/>
                </a:lnTo>
                <a:cubicBezTo>
                  <a:pt x="1168557" y="336329"/>
                  <a:pt x="1433841" y="601650"/>
                  <a:pt x="1770206" y="660705"/>
                </a:cubicBezTo>
                <a:close/>
              </a:path>
            </a:pathLst>
          </a:custGeom>
          <a:solidFill>
            <a:srgbClr val="112868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8">
            <a:extLst>
              <a:ext uri="{FF2B5EF4-FFF2-40B4-BE49-F238E27FC236}">
                <a16:creationId xmlns:a16="http://schemas.microsoft.com/office/drawing/2014/main" id="{0AFD9F20-1D54-08A0-8520-4CF9AFD78AC8}"/>
              </a:ext>
            </a:extLst>
          </p:cNvPr>
          <p:cNvSpPr/>
          <p:nvPr userDrawn="1"/>
        </p:nvSpPr>
        <p:spPr>
          <a:xfrm>
            <a:off x="7964871" y="3815124"/>
            <a:ext cx="907957" cy="907957"/>
          </a:xfrm>
          <a:custGeom>
            <a:avLst/>
            <a:gdLst>
              <a:gd name="connsiteX0" fmla="*/ 243793 w 660704"/>
              <a:gd name="connsiteY0" fmla="*/ 0 h 660704"/>
              <a:gd name="connsiteX1" fmla="*/ 0 w 660704"/>
              <a:gd name="connsiteY1" fmla="*/ 0 h 660704"/>
              <a:gd name="connsiteX2" fmla="*/ 660705 w 660704"/>
              <a:gd name="connsiteY2" fmla="*/ 660705 h 660704"/>
              <a:gd name="connsiteX3" fmla="*/ 660705 w 660704"/>
              <a:gd name="connsiteY3" fmla="*/ 416912 h 660704"/>
              <a:gd name="connsiteX4" fmla="*/ 243793 w 660704"/>
              <a:gd name="connsiteY4" fmla="*/ 0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243793" y="0"/>
                </a:moveTo>
                <a:lnTo>
                  <a:pt x="0" y="0"/>
                </a:lnTo>
                <a:cubicBezTo>
                  <a:pt x="59055" y="336329"/>
                  <a:pt x="324339" y="601650"/>
                  <a:pt x="660705" y="660705"/>
                </a:cubicBezTo>
                <a:lnTo>
                  <a:pt x="660705" y="416912"/>
                </a:lnTo>
                <a:cubicBezTo>
                  <a:pt x="451061" y="374820"/>
                  <a:pt x="285885" y="209681"/>
                  <a:pt x="24379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3" name="Graphic 3">
            <a:extLst>
              <a:ext uri="{FF2B5EF4-FFF2-40B4-BE49-F238E27FC236}">
                <a16:creationId xmlns:a16="http://schemas.microsoft.com/office/drawing/2014/main" id="{A2D630E5-B9B6-873D-E2F8-B5114E70EC95}"/>
              </a:ext>
            </a:extLst>
          </p:cNvPr>
          <p:cNvGrpSpPr/>
          <p:nvPr userDrawn="1"/>
        </p:nvGrpSpPr>
        <p:grpSpPr>
          <a:xfrm>
            <a:off x="9162508" y="3815074"/>
            <a:ext cx="2432663" cy="2432663"/>
            <a:chOff x="2979456" y="3873439"/>
            <a:chExt cx="1770205" cy="1770205"/>
          </a:xfrm>
          <a:solidFill>
            <a:srgbClr val="112868"/>
          </a:solidFill>
        </p:grpSpPr>
        <p:sp>
          <p:nvSpPr>
            <p:cNvPr id="24" name="Freeform: Shape 18">
              <a:extLst>
                <a:ext uri="{FF2B5EF4-FFF2-40B4-BE49-F238E27FC236}">
                  <a16:creationId xmlns:a16="http://schemas.microsoft.com/office/drawing/2014/main" id="{0EC0D9AA-7858-D358-8B21-C930F99EA884}"/>
                </a:ext>
              </a:extLst>
            </p:cNvPr>
            <p:cNvSpPr/>
            <p:nvPr/>
          </p:nvSpPr>
          <p:spPr>
            <a:xfrm>
              <a:off x="2979456" y="3873476"/>
              <a:ext cx="1770205" cy="1770168"/>
            </a:xfrm>
            <a:custGeom>
              <a:avLst/>
              <a:gdLst>
                <a:gd name="connsiteX0" fmla="*/ 37 w 1770205"/>
                <a:gd name="connsiteY0" fmla="*/ 660668 h 1770168"/>
                <a:gd name="connsiteX1" fmla="*/ 37 w 1770205"/>
                <a:gd name="connsiteY1" fmla="*/ 1593152 h 1770168"/>
                <a:gd name="connsiteX2" fmla="*/ 177054 w 1770205"/>
                <a:gd name="connsiteY2" fmla="*/ 1770169 h 1770168"/>
                <a:gd name="connsiteX3" fmla="*/ 1593189 w 1770205"/>
                <a:gd name="connsiteY3" fmla="*/ 1770169 h 1770168"/>
                <a:gd name="connsiteX4" fmla="*/ 1770206 w 1770205"/>
                <a:gd name="connsiteY4" fmla="*/ 1593152 h 1770168"/>
                <a:gd name="connsiteX5" fmla="*/ 1770206 w 1770205"/>
                <a:gd name="connsiteY5" fmla="*/ 177017 h 1770168"/>
                <a:gd name="connsiteX6" fmla="*/ 1593189 w 1770205"/>
                <a:gd name="connsiteY6" fmla="*/ 0 h 1770168"/>
                <a:gd name="connsiteX7" fmla="*/ 660705 w 1770205"/>
                <a:gd name="connsiteY7" fmla="*/ 0 h 1770168"/>
                <a:gd name="connsiteX8" fmla="*/ 0 w 1770205"/>
                <a:gd name="connsiteY8" fmla="*/ 660705 h 1770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0205" h="1770168">
                  <a:moveTo>
                    <a:pt x="37" y="660668"/>
                  </a:moveTo>
                  <a:lnTo>
                    <a:pt x="37" y="1593152"/>
                  </a:lnTo>
                  <a:cubicBezTo>
                    <a:pt x="37" y="1690922"/>
                    <a:pt x="79285" y="1770169"/>
                    <a:pt x="177054" y="1770169"/>
                  </a:cubicBezTo>
                  <a:lnTo>
                    <a:pt x="1593189" y="1770169"/>
                  </a:lnTo>
                  <a:cubicBezTo>
                    <a:pt x="1690959" y="1770169"/>
                    <a:pt x="1770206" y="1690922"/>
                    <a:pt x="1770206" y="1593152"/>
                  </a:cubicBezTo>
                  <a:lnTo>
                    <a:pt x="1770206" y="177017"/>
                  </a:lnTo>
                  <a:cubicBezTo>
                    <a:pt x="1770206" y="79248"/>
                    <a:pt x="1690959" y="0"/>
                    <a:pt x="1593189" y="0"/>
                  </a:cubicBezTo>
                  <a:lnTo>
                    <a:pt x="660705" y="0"/>
                  </a:lnTo>
                  <a:cubicBezTo>
                    <a:pt x="601649" y="336329"/>
                    <a:pt x="336365" y="601650"/>
                    <a:pt x="0" y="660705"/>
                  </a:cubicBezTo>
                  <a:close/>
                </a:path>
              </a:pathLst>
            </a:custGeom>
            <a:grpFill/>
            <a:ln w="3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9">
              <a:extLst>
                <a:ext uri="{FF2B5EF4-FFF2-40B4-BE49-F238E27FC236}">
                  <a16:creationId xmlns:a16="http://schemas.microsoft.com/office/drawing/2014/main" id="{F28E7DFB-E0BF-5D01-30C3-76BD84CFC223}"/>
                </a:ext>
              </a:extLst>
            </p:cNvPr>
            <p:cNvSpPr/>
            <p:nvPr/>
          </p:nvSpPr>
          <p:spPr>
            <a:xfrm>
              <a:off x="2979493" y="3873439"/>
              <a:ext cx="660704" cy="660704"/>
            </a:xfrm>
            <a:custGeom>
              <a:avLst/>
              <a:gdLst>
                <a:gd name="connsiteX0" fmla="*/ 0 w 660704"/>
                <a:gd name="connsiteY0" fmla="*/ 416912 h 660704"/>
                <a:gd name="connsiteX1" fmla="*/ 0 w 660704"/>
                <a:gd name="connsiteY1" fmla="*/ 660705 h 660704"/>
                <a:gd name="connsiteX2" fmla="*/ 660705 w 660704"/>
                <a:gd name="connsiteY2" fmla="*/ 0 h 660704"/>
                <a:gd name="connsiteX3" fmla="*/ 416912 w 660704"/>
                <a:gd name="connsiteY3" fmla="*/ 0 h 660704"/>
                <a:gd name="connsiteX4" fmla="*/ 0 w 660704"/>
                <a:gd name="connsiteY4" fmla="*/ 416912 h 66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0704" h="660704">
                  <a:moveTo>
                    <a:pt x="0" y="416912"/>
                  </a:moveTo>
                  <a:lnTo>
                    <a:pt x="0" y="660705"/>
                  </a:lnTo>
                  <a:cubicBezTo>
                    <a:pt x="336328" y="601649"/>
                    <a:pt x="601649" y="336365"/>
                    <a:pt x="660705" y="0"/>
                  </a:cubicBezTo>
                  <a:lnTo>
                    <a:pt x="416912" y="0"/>
                  </a:lnTo>
                  <a:cubicBezTo>
                    <a:pt x="374820" y="209644"/>
                    <a:pt x="209681" y="374820"/>
                    <a:pt x="0" y="416912"/>
                  </a:cubicBezTo>
                  <a:close/>
                </a:path>
              </a:pathLst>
            </a:custGeom>
            <a:solidFill>
              <a:srgbClr val="D9D9D9"/>
            </a:solidFill>
            <a:ln w="3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Freeform: Shape 10">
            <a:extLst>
              <a:ext uri="{FF2B5EF4-FFF2-40B4-BE49-F238E27FC236}">
                <a16:creationId xmlns:a16="http://schemas.microsoft.com/office/drawing/2014/main" id="{FA578EC7-751B-9665-0C4A-5342F402CBAF}"/>
              </a:ext>
            </a:extLst>
          </p:cNvPr>
          <p:cNvSpPr/>
          <p:nvPr userDrawn="1"/>
        </p:nvSpPr>
        <p:spPr>
          <a:xfrm>
            <a:off x="9162507" y="1092679"/>
            <a:ext cx="2432663" cy="2432663"/>
          </a:xfrm>
          <a:custGeom>
            <a:avLst/>
            <a:gdLst>
              <a:gd name="connsiteX0" fmla="*/ 37 w 1770205"/>
              <a:gd name="connsiteY0" fmla="*/ 1109501 h 1770205"/>
              <a:gd name="connsiteX1" fmla="*/ 37 w 1770205"/>
              <a:gd name="connsiteY1" fmla="*/ 177017 h 1770205"/>
              <a:gd name="connsiteX2" fmla="*/ 177054 w 1770205"/>
              <a:gd name="connsiteY2" fmla="*/ 0 h 1770205"/>
              <a:gd name="connsiteX3" fmla="*/ 1593189 w 1770205"/>
              <a:gd name="connsiteY3" fmla="*/ 0 h 1770205"/>
              <a:gd name="connsiteX4" fmla="*/ 1770206 w 1770205"/>
              <a:gd name="connsiteY4" fmla="*/ 177017 h 1770205"/>
              <a:gd name="connsiteX5" fmla="*/ 1770206 w 1770205"/>
              <a:gd name="connsiteY5" fmla="*/ 1593189 h 1770205"/>
              <a:gd name="connsiteX6" fmla="*/ 1593189 w 1770205"/>
              <a:gd name="connsiteY6" fmla="*/ 1770206 h 1770205"/>
              <a:gd name="connsiteX7" fmla="*/ 660705 w 1770205"/>
              <a:gd name="connsiteY7" fmla="*/ 1770206 h 1770205"/>
              <a:gd name="connsiteX8" fmla="*/ 0 w 1770205"/>
              <a:gd name="connsiteY8" fmla="*/ 1109501 h 17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205">
                <a:moveTo>
                  <a:pt x="37" y="1109501"/>
                </a:moveTo>
                <a:lnTo>
                  <a:pt x="37" y="177017"/>
                </a:lnTo>
                <a:cubicBezTo>
                  <a:pt x="37" y="79247"/>
                  <a:pt x="79285" y="0"/>
                  <a:pt x="177054" y="0"/>
                </a:cubicBezTo>
                <a:lnTo>
                  <a:pt x="1593189" y="0"/>
                </a:lnTo>
                <a:cubicBezTo>
                  <a:pt x="1690959" y="0"/>
                  <a:pt x="1770206" y="79247"/>
                  <a:pt x="1770206" y="177017"/>
                </a:cubicBezTo>
                <a:lnTo>
                  <a:pt x="1770206" y="1593189"/>
                </a:lnTo>
                <a:cubicBezTo>
                  <a:pt x="1770206" y="1690959"/>
                  <a:pt x="1690959" y="1770206"/>
                  <a:pt x="1593189" y="1770206"/>
                </a:cubicBezTo>
                <a:lnTo>
                  <a:pt x="660705" y="1770206"/>
                </a:lnTo>
                <a:cubicBezTo>
                  <a:pt x="601649" y="1433878"/>
                  <a:pt x="336365" y="1168557"/>
                  <a:pt x="0" y="1109501"/>
                </a:cubicBezTo>
                <a:close/>
              </a:path>
            </a:pathLst>
          </a:custGeom>
          <a:solidFill>
            <a:srgbClr val="112868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11">
            <a:extLst>
              <a:ext uri="{FF2B5EF4-FFF2-40B4-BE49-F238E27FC236}">
                <a16:creationId xmlns:a16="http://schemas.microsoft.com/office/drawing/2014/main" id="{61CB2EE3-EBC1-5E9D-F171-1DFF6C86B3BB}"/>
              </a:ext>
            </a:extLst>
          </p:cNvPr>
          <p:cNvSpPr/>
          <p:nvPr userDrawn="1"/>
        </p:nvSpPr>
        <p:spPr>
          <a:xfrm>
            <a:off x="6440165" y="1092679"/>
            <a:ext cx="2432663" cy="2432663"/>
          </a:xfrm>
          <a:custGeom>
            <a:avLst/>
            <a:gdLst>
              <a:gd name="connsiteX0" fmla="*/ 1770206 w 1770205"/>
              <a:gd name="connsiteY0" fmla="*/ 1109501 h 1770205"/>
              <a:gd name="connsiteX1" fmla="*/ 1770206 w 1770205"/>
              <a:gd name="connsiteY1" fmla="*/ 177017 h 1770205"/>
              <a:gd name="connsiteX2" fmla="*/ 1593189 w 1770205"/>
              <a:gd name="connsiteY2" fmla="*/ 0 h 1770205"/>
              <a:gd name="connsiteX3" fmla="*/ 177017 w 1770205"/>
              <a:gd name="connsiteY3" fmla="*/ 0 h 1770205"/>
              <a:gd name="connsiteX4" fmla="*/ 0 w 1770205"/>
              <a:gd name="connsiteY4" fmla="*/ 177017 h 1770205"/>
              <a:gd name="connsiteX5" fmla="*/ 0 w 1770205"/>
              <a:gd name="connsiteY5" fmla="*/ 1593189 h 1770205"/>
              <a:gd name="connsiteX6" fmla="*/ 177017 w 1770205"/>
              <a:gd name="connsiteY6" fmla="*/ 1770206 h 1770205"/>
              <a:gd name="connsiteX7" fmla="*/ 1109501 w 1770205"/>
              <a:gd name="connsiteY7" fmla="*/ 1770206 h 1770205"/>
              <a:gd name="connsiteX8" fmla="*/ 1770206 w 1770205"/>
              <a:gd name="connsiteY8" fmla="*/ 1109501 h 17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205">
                <a:moveTo>
                  <a:pt x="1770206" y="1109501"/>
                </a:moveTo>
                <a:lnTo>
                  <a:pt x="1770206" y="177017"/>
                </a:lnTo>
                <a:cubicBezTo>
                  <a:pt x="1770206" y="79247"/>
                  <a:pt x="1690959" y="0"/>
                  <a:pt x="1593189" y="0"/>
                </a:cubicBezTo>
                <a:lnTo>
                  <a:pt x="177017" y="0"/>
                </a:lnTo>
                <a:cubicBezTo>
                  <a:pt x="79247" y="0"/>
                  <a:pt x="0" y="79247"/>
                  <a:pt x="0" y="177017"/>
                </a:cubicBezTo>
                <a:lnTo>
                  <a:pt x="0" y="1593189"/>
                </a:lnTo>
                <a:cubicBezTo>
                  <a:pt x="0" y="1690959"/>
                  <a:pt x="79247" y="1770206"/>
                  <a:pt x="177017" y="1770206"/>
                </a:cubicBezTo>
                <a:lnTo>
                  <a:pt x="1109501" y="1770206"/>
                </a:lnTo>
                <a:cubicBezTo>
                  <a:pt x="1168557" y="1433878"/>
                  <a:pt x="1433841" y="1168557"/>
                  <a:pt x="1770206" y="1109501"/>
                </a:cubicBezTo>
                <a:close/>
              </a:path>
            </a:pathLst>
          </a:custGeom>
          <a:solidFill>
            <a:srgbClr val="112868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92621867-14EA-4782-0CA1-8797BBDB37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6851673" y="1813002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2D63064F-DC52-C086-9749-2F68FDDD918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9691372" y="1813002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D8B53E64-9F4F-B9CB-C082-4025FCB2757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6851673" y="501276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60E9E251-263F-BC17-F837-65F4CF3AA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9691372" y="501276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430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BE671D-AEDF-7BF0-591E-A3BB7E2B2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6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7EA5C-0C88-9937-471C-F2EEC0B1795E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1ADF-9314-16CC-B03D-64962E3D56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2" name="Picture Placeholder 37">
            <a:extLst>
              <a:ext uri="{FF2B5EF4-FFF2-40B4-BE49-F238E27FC236}">
                <a16:creationId xmlns:a16="http://schemas.microsoft.com/office/drawing/2014/main" id="{74E9F594-32F8-B0ED-D32D-226BC0D86C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2618" y="977038"/>
            <a:ext cx="3584927" cy="53017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3762484-E660-13E9-DF50-3440CC059CB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4454" y="1136650"/>
            <a:ext cx="7381073" cy="5045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6865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BE671D-AEDF-7BF0-591E-A3BB7E2B2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6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7EA5C-0C88-9937-471C-F2EEC0B1795E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1ADF-9314-16CC-B03D-64962E3D56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60D3C4-089A-89DF-003F-080875F761D5}"/>
              </a:ext>
            </a:extLst>
          </p:cNvPr>
          <p:cNvSpPr/>
          <p:nvPr userDrawn="1"/>
        </p:nvSpPr>
        <p:spPr>
          <a:xfrm>
            <a:off x="0" y="5034875"/>
            <a:ext cx="12008146" cy="1202038"/>
          </a:xfrm>
          <a:prstGeom prst="rect">
            <a:avLst/>
          </a:prstGeom>
          <a:solidFill>
            <a:srgbClr val="11286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37">
            <a:extLst>
              <a:ext uri="{FF2B5EF4-FFF2-40B4-BE49-F238E27FC236}">
                <a16:creationId xmlns:a16="http://schemas.microsoft.com/office/drawing/2014/main" id="{5481EE72-E1CE-5B81-0FE1-0F4F0E4E2B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3554" y="1324451"/>
            <a:ext cx="3954513" cy="2671885"/>
          </a:xfrm>
          <a:prstGeom prst="parallelogram">
            <a:avLst>
              <a:gd name="adj" fmla="val 57192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7">
            <a:extLst>
              <a:ext uri="{FF2B5EF4-FFF2-40B4-BE49-F238E27FC236}">
                <a16:creationId xmlns:a16="http://schemas.microsoft.com/office/drawing/2014/main" id="{59530978-9E15-C6E6-B94A-F280865209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92529" y="1324451"/>
            <a:ext cx="3954513" cy="2671885"/>
          </a:xfrm>
          <a:prstGeom prst="parallelogram">
            <a:avLst>
              <a:gd name="adj" fmla="val 57192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8" name="Picture Placeholder 37">
            <a:extLst>
              <a:ext uri="{FF2B5EF4-FFF2-40B4-BE49-F238E27FC236}">
                <a16:creationId xmlns:a16="http://schemas.microsoft.com/office/drawing/2014/main" id="{EDD58B23-E1E0-FE80-776D-665CF7432F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21504" y="1324451"/>
            <a:ext cx="3954513" cy="2671885"/>
          </a:xfrm>
          <a:prstGeom prst="parallelogram">
            <a:avLst>
              <a:gd name="adj" fmla="val 57192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C3116B14-EBED-05EB-D50D-69F3E3EF03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9972" y="5155292"/>
            <a:ext cx="10732057" cy="10175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99BDD8AE-6E2A-13F0-22AA-E6D656BC3F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61303" y="4121325"/>
            <a:ext cx="3107754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3CDBDC34-6B62-EF9F-4A29-2BCDF1E8D4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1303" y="4584130"/>
            <a:ext cx="3107754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F3E660EF-FEA1-BDC5-4E8F-E866E94A74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87354" y="4121325"/>
            <a:ext cx="3107754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C66D7E4C-100F-91D3-C32D-1EE39C56DD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7354" y="4584130"/>
            <a:ext cx="3107754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F20D8902-62FF-7D88-CFA5-ADBD9085AB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21504" y="4121325"/>
            <a:ext cx="3107754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07FDAAC6-2BBC-9EB8-E070-B6B6C26E6B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21504" y="4584130"/>
            <a:ext cx="3107754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813427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1A485D-92E9-250E-500C-5B1EBBEDFB01}"/>
              </a:ext>
            </a:extLst>
          </p:cNvPr>
          <p:cNvSpPr/>
          <p:nvPr userDrawn="1"/>
        </p:nvSpPr>
        <p:spPr>
          <a:xfrm>
            <a:off x="6405161" y="1379547"/>
            <a:ext cx="268942" cy="1295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EB93DA-FF19-7480-02CF-BAC6E647C44F}"/>
              </a:ext>
            </a:extLst>
          </p:cNvPr>
          <p:cNvSpPr/>
          <p:nvPr userDrawn="1"/>
        </p:nvSpPr>
        <p:spPr>
          <a:xfrm>
            <a:off x="9369617" y="1379547"/>
            <a:ext cx="268942" cy="12958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9E6D67-022B-2F68-D195-D56ACFD8945D}"/>
              </a:ext>
            </a:extLst>
          </p:cNvPr>
          <p:cNvSpPr/>
          <p:nvPr userDrawn="1"/>
        </p:nvSpPr>
        <p:spPr>
          <a:xfrm>
            <a:off x="3440706" y="1379547"/>
            <a:ext cx="268942" cy="1295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A03AC7-6A31-BDCF-D245-CCAA6D2B0AED}"/>
              </a:ext>
            </a:extLst>
          </p:cNvPr>
          <p:cNvSpPr/>
          <p:nvPr userDrawn="1"/>
        </p:nvSpPr>
        <p:spPr>
          <a:xfrm>
            <a:off x="476250" y="1379547"/>
            <a:ext cx="268942" cy="1295801"/>
          </a:xfrm>
          <a:prstGeom prst="rect">
            <a:avLst/>
          </a:prstGeom>
          <a:solidFill>
            <a:srgbClr val="00AD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39">
            <a:extLst>
              <a:ext uri="{FF2B5EF4-FFF2-40B4-BE49-F238E27FC236}">
                <a16:creationId xmlns:a16="http://schemas.microsoft.com/office/drawing/2014/main" id="{C10EDC7E-0359-3D2A-09A9-9AE603EF5D7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9888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9" name="Picture Placeholder 39">
            <a:extLst>
              <a:ext uri="{FF2B5EF4-FFF2-40B4-BE49-F238E27FC236}">
                <a16:creationId xmlns:a16="http://schemas.microsoft.com/office/drawing/2014/main" id="{E88530A2-A524-9A9E-8412-61341D1B53D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07455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" name="Picture Placeholder 39">
            <a:extLst>
              <a:ext uri="{FF2B5EF4-FFF2-40B4-BE49-F238E27FC236}">
                <a16:creationId xmlns:a16="http://schemas.microsoft.com/office/drawing/2014/main" id="{2FF23220-503B-1C2B-C330-2D215232A33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668040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39">
            <a:extLst>
              <a:ext uri="{FF2B5EF4-FFF2-40B4-BE49-F238E27FC236}">
                <a16:creationId xmlns:a16="http://schemas.microsoft.com/office/drawing/2014/main" id="{542B0FB1-9BC6-C2AD-5F4F-2C5459B197E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638559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756F96-692E-2EA1-3324-B4C8E5A83385}"/>
              </a:ext>
            </a:extLst>
          </p:cNvPr>
          <p:cNvSpPr/>
          <p:nvPr userDrawn="1"/>
        </p:nvSpPr>
        <p:spPr>
          <a:xfrm>
            <a:off x="6405161" y="3888185"/>
            <a:ext cx="268942" cy="1295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60C281-7A80-3859-8FD8-120E6955AC3D}"/>
              </a:ext>
            </a:extLst>
          </p:cNvPr>
          <p:cNvSpPr/>
          <p:nvPr userDrawn="1"/>
        </p:nvSpPr>
        <p:spPr>
          <a:xfrm>
            <a:off x="9369617" y="3888185"/>
            <a:ext cx="268942" cy="12958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C37457-CEEA-F5A4-005C-9E1027029CBF}"/>
              </a:ext>
            </a:extLst>
          </p:cNvPr>
          <p:cNvSpPr/>
          <p:nvPr userDrawn="1"/>
        </p:nvSpPr>
        <p:spPr>
          <a:xfrm>
            <a:off x="3440706" y="3888185"/>
            <a:ext cx="268942" cy="1295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753843-3C2D-4E47-B889-7B1AC1D25AD7}"/>
              </a:ext>
            </a:extLst>
          </p:cNvPr>
          <p:cNvSpPr/>
          <p:nvPr userDrawn="1"/>
        </p:nvSpPr>
        <p:spPr>
          <a:xfrm>
            <a:off x="476250" y="3888185"/>
            <a:ext cx="268942" cy="12958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9">
            <a:extLst>
              <a:ext uri="{FF2B5EF4-FFF2-40B4-BE49-F238E27FC236}">
                <a16:creationId xmlns:a16="http://schemas.microsoft.com/office/drawing/2014/main" id="{777DCB8F-16C5-7668-1DCB-1C876924789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49888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8" name="Picture Placeholder 39">
            <a:extLst>
              <a:ext uri="{FF2B5EF4-FFF2-40B4-BE49-F238E27FC236}">
                <a16:creationId xmlns:a16="http://schemas.microsoft.com/office/drawing/2014/main" id="{D5595B18-A6E1-C375-D23E-877E6E19B62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707455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9" name="Picture Placeholder 39">
            <a:extLst>
              <a:ext uri="{FF2B5EF4-FFF2-40B4-BE49-F238E27FC236}">
                <a16:creationId xmlns:a16="http://schemas.microsoft.com/office/drawing/2014/main" id="{1E0832B2-3C20-B791-C1D4-E691E5C920F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68040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0" name="Picture Placeholder 39">
            <a:extLst>
              <a:ext uri="{FF2B5EF4-FFF2-40B4-BE49-F238E27FC236}">
                <a16:creationId xmlns:a16="http://schemas.microsoft.com/office/drawing/2014/main" id="{3A3D8EEC-017F-1FA8-328E-C28F8A1C527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638559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1" name="Text Placeholder 24">
            <a:extLst>
              <a:ext uri="{FF2B5EF4-FFF2-40B4-BE49-F238E27FC236}">
                <a16:creationId xmlns:a16="http://schemas.microsoft.com/office/drawing/2014/main" id="{DF6D5191-895D-9991-838D-F7A63EE78B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250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75084449-FE8B-9D43-E1F9-0B7C9F8164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6250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3" name="Text Placeholder 24">
            <a:extLst>
              <a:ext uri="{FF2B5EF4-FFF2-40B4-BE49-F238E27FC236}">
                <a16:creationId xmlns:a16="http://schemas.microsoft.com/office/drawing/2014/main" id="{26B23555-AA5D-7E55-B76F-8D4B85BAF4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33817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AC43175D-A00E-2CBC-D858-1992E336746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33817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E2E634C-A879-8E4C-FFD5-0062020CE39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5161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B3A12C8D-E2F9-7841-A3C6-215DF53628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05161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1311E27E-F517-176E-C8FF-195FAB3E55D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376505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97C021CE-8394-EC44-09A0-75AAB820C5C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376505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4AD4AEA6-EB0F-1F36-BC9A-CB2E9F9365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6250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23791200-B83C-FAD7-2C0A-5F5FE2208E4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6250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C6C40406-AA4F-D40C-4855-58261508916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33817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48A78B42-7627-33F1-C6E3-33BD58FD700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33817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342A2C28-5611-5B9D-F2AE-5919B00419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405161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96EC3FAF-DAE1-5F10-E740-5DDE107382D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05161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B9D3EEFC-816B-50BA-892E-35DC6757072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376505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4E757D15-661F-FA3A-2CF1-971D29426B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376505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42FA0960-06E1-16FC-AE1E-31B6914D8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b="25520"/>
          <a:stretch/>
        </p:blipFill>
        <p:spPr>
          <a:xfrm>
            <a:off x="9953740" y="372050"/>
            <a:ext cx="1687320" cy="44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5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8115A-D2CC-6436-F372-45F79FF54E8E}"/>
              </a:ext>
            </a:extLst>
          </p:cNvPr>
          <p:cNvSpPr/>
          <p:nvPr userDrawn="1"/>
        </p:nvSpPr>
        <p:spPr>
          <a:xfrm>
            <a:off x="8088140" y="0"/>
            <a:ext cx="4103860" cy="6858000"/>
          </a:xfrm>
          <a:prstGeom prst="rect">
            <a:avLst/>
          </a:prstGeom>
          <a:solidFill>
            <a:srgbClr val="1128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CCE4030-2D6D-D413-9F8B-27838FA2BD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77957" y="3869367"/>
            <a:ext cx="3220129" cy="23409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</a:t>
            </a:r>
          </a:p>
        </p:txBody>
      </p:sp>
      <p:sp>
        <p:nvSpPr>
          <p:cNvPr id="5" name="Picture Placeholder 39">
            <a:extLst>
              <a:ext uri="{FF2B5EF4-FFF2-40B4-BE49-F238E27FC236}">
                <a16:creationId xmlns:a16="http://schemas.microsoft.com/office/drawing/2014/main" id="{D4C1FD55-35CF-876E-0E35-B7920688AEF2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112270" y="0"/>
            <a:ext cx="4079730" cy="3334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4B61713-7D96-4170-9FB1-4A12EE42002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99379" y="1542004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AB3DF79-7CF4-F274-802C-337F341EEC5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9379" y="2424131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DCC9099-7C34-FDE5-EE20-A7F7EA9B683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99379" y="3356531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A0FD3E9-688C-3E10-038D-43D8E10A881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9379" y="4238658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A67D0C-BFA4-F19A-3B7F-F2AD08B1644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99379" y="5120785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DCA426-4C89-6842-B3BC-54B7B6A251EE}"/>
              </a:ext>
            </a:extLst>
          </p:cNvPr>
          <p:cNvSpPr txBox="1"/>
          <p:nvPr userDrawn="1"/>
        </p:nvSpPr>
        <p:spPr>
          <a:xfrm>
            <a:off x="11023628" y="6472081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bg1"/>
                </a:solidFill>
                <a:latin typeface="+mn-lt"/>
              </a:rPr>
              <a:pPr algn="r" defTabSz="914354"/>
              <a:t>‹#›</a:t>
            </a:fld>
            <a:endParaRPr lang="en-US" sz="120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978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ite_Corpo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Two column layout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A77C9AF-A216-3DEA-BB77-2E439D2AF9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549" y="1145394"/>
            <a:ext cx="5141499" cy="546360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Column 1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0EBD3-BA51-370E-089C-685236FB00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9349" y="1145394"/>
            <a:ext cx="5141499" cy="546360"/>
          </a:xfrm>
          <a:prstGeom prst="rect">
            <a:avLst/>
          </a:prstGeom>
          <a:solidFill>
            <a:srgbClr val="1BACDD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Column 2 Title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A929515E-2055-2175-E62E-60055854BF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3550" y="1692275"/>
            <a:ext cx="51196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87772B36-7FC9-9C9F-7AFF-043B8AB550D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620254" y="1692275"/>
            <a:ext cx="51196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215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White_Corpo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Three column layout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504F7CF-2714-C2AC-12A0-6648146167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550" y="1145394"/>
            <a:ext cx="3370888" cy="546360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Column 1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78DEE-8A93-E08D-AB9F-A58316F752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10556" y="1145394"/>
            <a:ext cx="3370888" cy="546360"/>
          </a:xfrm>
          <a:prstGeom prst="rect">
            <a:avLst/>
          </a:prstGeom>
          <a:solidFill>
            <a:srgbClr val="0556CD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Column 2 Title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749D74C-E975-0A16-A82C-7B510848EC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4214" y="1145394"/>
            <a:ext cx="3370888" cy="546360"/>
          </a:xfrm>
          <a:prstGeom prst="rect">
            <a:avLst/>
          </a:prstGeom>
          <a:solidFill>
            <a:srgbClr val="058EFF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Column 3 Title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56AD3711-55EE-2B5E-BA43-BC4F34CDE6D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3550" y="1692275"/>
            <a:ext cx="33708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49274DF3-5D83-2F77-791B-54D17754120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10556" y="1692275"/>
            <a:ext cx="33708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15AF999-95BA-96ED-764B-623DF6D2634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384214" y="1692275"/>
            <a:ext cx="33708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6298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7A0F312-CFE2-EF3C-055F-E90DAF63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16917" y="2146980"/>
            <a:ext cx="6421307" cy="15312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</a:t>
            </a:r>
          </a:p>
        </p:txBody>
      </p:sp>
      <p:sp>
        <p:nvSpPr>
          <p:cNvPr id="4" name="Picture Placeholder 39">
            <a:extLst>
              <a:ext uri="{FF2B5EF4-FFF2-40B4-BE49-F238E27FC236}">
                <a16:creationId xmlns:a16="http://schemas.microsoft.com/office/drawing/2014/main" id="{04139990-3122-B7D2-F93A-C332A3AF62D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60600" y="1743234"/>
            <a:ext cx="4191788" cy="35982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A047470-03EC-96C9-72E9-789F57202E4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216917" y="4048909"/>
            <a:ext cx="6430066" cy="8672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00" b="1"/>
            </a:lvl1pPr>
            <a:lvl2pPr marL="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4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n-US"/>
              <a:t>Name to come here</a:t>
            </a:r>
          </a:p>
        </p:txBody>
      </p:sp>
    </p:spTree>
    <p:extLst>
      <p:ext uri="{BB962C8B-B14F-4D97-AF65-F5344CB8AC3E}">
        <p14:creationId xmlns:p14="http://schemas.microsoft.com/office/powerpoint/2010/main" val="1625580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Color Palette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3E4BAC-C92D-A504-2CB6-A3516CD3FD7D}"/>
              </a:ext>
            </a:extLst>
          </p:cNvPr>
          <p:cNvSpPr txBox="1"/>
          <p:nvPr userDrawn="1"/>
        </p:nvSpPr>
        <p:spPr>
          <a:xfrm>
            <a:off x="430094" y="1798950"/>
            <a:ext cx="5010810" cy="7386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/>
              <a:t>Primary palette, high saturated blue to give the brand a young look along with carefully curated complementary colors to give the brand a crisp and sharp look. 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9C08BDD-D413-C2E6-E90F-D9A354D3DF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393" y="2622944"/>
            <a:ext cx="5415052" cy="3404423"/>
          </a:xfrm>
          <a:prstGeom prst="rect">
            <a:avLst/>
          </a:prstGeom>
        </p:spPr>
      </p:pic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55C5F1E8-C841-FE50-4C75-B714E7CCBB2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1429" y="2680294"/>
            <a:ext cx="5616344" cy="32771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85D1F6-2C67-5459-0B2B-21F891EBC907}"/>
              </a:ext>
            </a:extLst>
          </p:cNvPr>
          <p:cNvSpPr txBox="1"/>
          <p:nvPr userDrawn="1"/>
        </p:nvSpPr>
        <p:spPr>
          <a:xfrm>
            <a:off x="430094" y="1220776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Primary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D977B-CE5E-A77E-84EC-264BAD087D96}"/>
              </a:ext>
            </a:extLst>
          </p:cNvPr>
          <p:cNvSpPr txBox="1"/>
          <p:nvPr userDrawn="1"/>
        </p:nvSpPr>
        <p:spPr>
          <a:xfrm>
            <a:off x="6169115" y="1791312"/>
            <a:ext cx="5343991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b="0">
                <a:effectLst/>
                <a:latin typeface="+mn-lt"/>
              </a:rPr>
              <a:t>Secondary palette comprising of more neutral shade that gets the balance right complementing our vibrant primary colors. </a:t>
            </a:r>
            <a:endParaRPr lang="en-US" sz="140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63CA85-25DA-B98B-9301-8F17819B94B9}"/>
              </a:ext>
            </a:extLst>
          </p:cNvPr>
          <p:cNvSpPr txBox="1"/>
          <p:nvPr userDrawn="1"/>
        </p:nvSpPr>
        <p:spPr>
          <a:xfrm>
            <a:off x="6169116" y="1213138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rgbClr val="1BACDD"/>
                </a:solidFill>
                <a:effectLst/>
                <a:latin typeface="+mn-lt"/>
              </a:rPr>
              <a:t>Secondary </a:t>
            </a:r>
          </a:p>
        </p:txBody>
      </p:sp>
    </p:spTree>
    <p:extLst>
      <p:ext uri="{BB962C8B-B14F-4D97-AF65-F5344CB8AC3E}">
        <p14:creationId xmlns:p14="http://schemas.microsoft.com/office/powerpoint/2010/main" val="2118192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Gradient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EA64B2-8035-5894-5039-21E183073D17}"/>
              </a:ext>
            </a:extLst>
          </p:cNvPr>
          <p:cNvSpPr txBox="1"/>
          <p:nvPr userDrawn="1"/>
        </p:nvSpPr>
        <p:spPr>
          <a:xfrm>
            <a:off x="430094" y="3371220"/>
            <a:ext cx="3362417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algn="l" defTabSz="914377" rtl="0" eaLnBrk="1" latinLnBrk="0" hangingPunct="1"/>
            <a:r>
              <a:rPr lang="en-US" sz="14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Gradients generated from the </a:t>
            </a:r>
            <a:r>
              <a:rPr lang="en-US" sz="14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colours</a:t>
            </a:r>
            <a:r>
              <a:rPr lang="en-US" sz="14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three industries ‘Mobility, Sustainability, Tech’ to re-imagine accent language of the brand in whole.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86E889-3C15-5D88-7746-4F4E9087BD6C}"/>
              </a:ext>
            </a:extLst>
          </p:cNvPr>
          <p:cNvSpPr txBox="1"/>
          <p:nvPr userDrawn="1"/>
        </p:nvSpPr>
        <p:spPr>
          <a:xfrm>
            <a:off x="430094" y="2793046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Gradients 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FF5EB93-B896-8B1D-CDC9-0D481002D3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1069904"/>
            <a:ext cx="4172262" cy="534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025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Fonts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4436A5-71D0-7201-7C93-C8372BF10F69}"/>
              </a:ext>
            </a:extLst>
          </p:cNvPr>
          <p:cNvSpPr txBox="1"/>
          <p:nvPr userDrawn="1"/>
        </p:nvSpPr>
        <p:spPr>
          <a:xfrm>
            <a:off x="430094" y="1958851"/>
            <a:ext cx="355729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>
                <a:effectLst/>
                <a:latin typeface="+mn-lt"/>
              </a:rPr>
              <a:t>ABCDEFGHIJKLMNOPQRSTUVWXYZ </a:t>
            </a:r>
            <a:r>
              <a:rPr lang="en-US" sz="1800" err="1">
                <a:effectLst/>
                <a:latin typeface="+mn-lt"/>
              </a:rPr>
              <a:t>abcdefghijklmnopqrstuvwxyz</a:t>
            </a:r>
            <a:r>
              <a:rPr lang="en-US" sz="1800">
                <a:effectLst/>
                <a:latin typeface="+mn-lt"/>
              </a:rPr>
              <a:t> 1234567890</a:t>
            </a:r>
            <a:br>
              <a:rPr lang="en-US" sz="1800">
                <a:effectLst/>
                <a:latin typeface="+mn-lt"/>
              </a:rPr>
            </a:br>
            <a:r>
              <a:rPr lang="en-US" sz="1800">
                <a:effectLst/>
                <a:latin typeface="+mn-lt"/>
              </a:rPr>
              <a:t>(.,;:”!@#$%^&amp;*_-) </a:t>
            </a:r>
            <a:endParaRPr lang="en-US" sz="140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E749B-09F0-C37E-F4AD-E390AD9972FF}"/>
              </a:ext>
            </a:extLst>
          </p:cNvPr>
          <p:cNvSpPr txBox="1"/>
          <p:nvPr userDrawn="1"/>
        </p:nvSpPr>
        <p:spPr>
          <a:xfrm>
            <a:off x="430094" y="1380677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Calibri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811A60-57BC-402A-04E7-9F8A6BA453C0}"/>
              </a:ext>
            </a:extLst>
          </p:cNvPr>
          <p:cNvSpPr txBox="1"/>
          <p:nvPr userDrawn="1"/>
        </p:nvSpPr>
        <p:spPr>
          <a:xfrm>
            <a:off x="460600" y="4267335"/>
            <a:ext cx="3946508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 b="1">
                <a:effectLst/>
                <a:latin typeface="+mn-lt"/>
              </a:rPr>
              <a:t>ABCDEFGHIJKLMNOPQRSTUVWXYZ </a:t>
            </a:r>
            <a:r>
              <a:rPr lang="en-US" sz="1800" b="1" err="1">
                <a:effectLst/>
                <a:latin typeface="+mn-lt"/>
              </a:rPr>
              <a:t>abcdefghijklmnopqrstuvwxyz</a:t>
            </a:r>
            <a:r>
              <a:rPr lang="en-US" sz="1800" b="1">
                <a:effectLst/>
                <a:latin typeface="+mn-lt"/>
              </a:rPr>
              <a:t> 1234567890</a:t>
            </a:r>
            <a:br>
              <a:rPr lang="en-US" sz="1800" b="1">
                <a:effectLst/>
                <a:latin typeface="+mn-lt"/>
              </a:rPr>
            </a:br>
            <a:r>
              <a:rPr lang="en-US" sz="1800" b="1">
                <a:effectLst/>
                <a:latin typeface="+mn-lt"/>
              </a:rPr>
              <a:t>(.,;:”!@#$%^&amp;*_-) </a:t>
            </a:r>
            <a:endParaRPr lang="en-US" sz="1400" b="1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8A058A-92C2-FA75-14CD-084E86CD5B5D}"/>
              </a:ext>
            </a:extLst>
          </p:cNvPr>
          <p:cNvSpPr txBox="1"/>
          <p:nvPr userDrawn="1"/>
        </p:nvSpPr>
        <p:spPr>
          <a:xfrm>
            <a:off x="460600" y="3764111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rgbClr val="19AADB"/>
                </a:solidFill>
                <a:effectLst/>
                <a:latin typeface="+mn-lt"/>
              </a:rPr>
              <a:t>Calibri  bold </a:t>
            </a:r>
            <a:endParaRPr lang="en-US" sz="3000" b="1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9D1F42-A8DC-2B34-325C-9B51C690F306}"/>
              </a:ext>
            </a:extLst>
          </p:cNvPr>
          <p:cNvSpPr txBox="1"/>
          <p:nvPr userDrawn="1"/>
        </p:nvSpPr>
        <p:spPr>
          <a:xfrm>
            <a:off x="5265384" y="1958851"/>
            <a:ext cx="4598143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/>
              <a:t>Calibri font (body) </a:t>
            </a:r>
            <a:r>
              <a:rPr lang="en-US" sz="1800"/>
              <a:t>should be used. Body text color should be </a:t>
            </a:r>
            <a:r>
              <a:rPr lang="en-US" sz="1800" b="1"/>
              <a:t>Black</a:t>
            </a:r>
            <a:r>
              <a:rPr lang="en-US" sz="1800"/>
              <a:t>.</a:t>
            </a:r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1B35D-5D74-987B-F947-B682AC690AB5}"/>
              </a:ext>
            </a:extLst>
          </p:cNvPr>
          <p:cNvSpPr txBox="1"/>
          <p:nvPr userDrawn="1"/>
        </p:nvSpPr>
        <p:spPr>
          <a:xfrm>
            <a:off x="5265385" y="1380677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Font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6D2A54-8DB1-0FEF-A6D4-66134191395B}"/>
              </a:ext>
            </a:extLst>
          </p:cNvPr>
          <p:cNvSpPr txBox="1"/>
          <p:nvPr userDrawn="1"/>
        </p:nvSpPr>
        <p:spPr>
          <a:xfrm>
            <a:off x="5265384" y="3622982"/>
            <a:ext cx="4598143" cy="6951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/>
              <a:t>Title text size: 32 </a:t>
            </a:r>
          </a:p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/>
              <a:t>Other Text Boxes text size : 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DD02C8-BA6B-1ADB-FF39-AE0043EFC556}"/>
              </a:ext>
            </a:extLst>
          </p:cNvPr>
          <p:cNvSpPr txBox="1"/>
          <p:nvPr userDrawn="1"/>
        </p:nvSpPr>
        <p:spPr>
          <a:xfrm>
            <a:off x="5265385" y="3044808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Title Slide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272EAC-99AF-8A35-9829-8A84297F3122}"/>
              </a:ext>
            </a:extLst>
          </p:cNvPr>
          <p:cNvSpPr txBox="1"/>
          <p:nvPr userDrawn="1"/>
        </p:nvSpPr>
        <p:spPr>
          <a:xfrm>
            <a:off x="5265384" y="5198139"/>
            <a:ext cx="6571472" cy="9444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/>
              <a:t>Ideal font size 16. Minimum font size can be 8</a:t>
            </a:r>
          </a:p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/>
              <a:t>Minimum 0.5 cm of space should be left blank on either sides. These are pre-defined in the template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67EB49-DBBA-C54B-EF52-B54743FA7553}"/>
              </a:ext>
            </a:extLst>
          </p:cNvPr>
          <p:cNvSpPr txBox="1"/>
          <p:nvPr userDrawn="1"/>
        </p:nvSpPr>
        <p:spPr>
          <a:xfrm>
            <a:off x="5265385" y="4619965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Content Slide</a:t>
            </a:r>
          </a:p>
        </p:txBody>
      </p:sp>
    </p:spTree>
    <p:extLst>
      <p:ext uri="{BB962C8B-B14F-4D97-AF65-F5344CB8AC3E}">
        <p14:creationId xmlns:p14="http://schemas.microsoft.com/office/powerpoint/2010/main" val="3134998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Moti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Brand Motif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22659CD-9155-4ADA-5AC4-6C02E03F12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207353" y="1696469"/>
            <a:ext cx="3777295" cy="350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9070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and Moti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5946325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Brand Motif Usage Guideline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22659CD-9155-4ADA-5AC4-6C02E03F12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0600" y="1299601"/>
            <a:ext cx="1972966" cy="183018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D29356C-3545-F8F8-3925-419BCF60C8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268910" y="4392059"/>
            <a:ext cx="1571983" cy="14582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98CEB3-AD86-4BFE-56F0-1CA160CC4E0F}"/>
              </a:ext>
            </a:extLst>
          </p:cNvPr>
          <p:cNvSpPr txBox="1"/>
          <p:nvPr userDrawn="1"/>
        </p:nvSpPr>
        <p:spPr>
          <a:xfrm>
            <a:off x="2698564" y="1808033"/>
            <a:ext cx="8779061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/>
              <a:t>First, choose the Brand Motif. Next, draw a rectangle over it. Then, select both the motif and the rectangle. After that, navigate to the </a:t>
            </a:r>
            <a:r>
              <a:rPr lang="en-US" sz="1800" b="1"/>
              <a:t>shape format </a:t>
            </a:r>
            <a:r>
              <a:rPr lang="en-US" sz="1800" b="0"/>
              <a:t>options. From there, choose to </a:t>
            </a:r>
            <a:r>
              <a:rPr lang="en-US" sz="1800" b="1"/>
              <a:t>merge shapes </a:t>
            </a:r>
            <a:r>
              <a:rPr lang="en-US" sz="1800" b="0"/>
              <a:t>option and then select the </a:t>
            </a:r>
            <a:r>
              <a:rPr lang="en-US" sz="1800" b="1"/>
              <a:t>subtract</a:t>
            </a:r>
            <a:r>
              <a:rPr lang="en-US" sz="1800" b="0"/>
              <a:t> option.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2CADD-887E-AD4F-C4AB-C2D6A0AAFCFF}"/>
              </a:ext>
            </a:extLst>
          </p:cNvPr>
          <p:cNvSpPr txBox="1"/>
          <p:nvPr userDrawn="1"/>
        </p:nvSpPr>
        <p:spPr>
          <a:xfrm>
            <a:off x="2710312" y="1299601"/>
            <a:ext cx="902108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What is the process for cropping a section of a Motif in order to properly align text within it?</a:t>
            </a:r>
            <a:endParaRPr lang="en-US" sz="1400" b="1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5417DF-986C-CC28-E121-34AEF7A97197}"/>
              </a:ext>
            </a:extLst>
          </p:cNvPr>
          <p:cNvSpPr/>
          <p:nvPr userDrawn="1"/>
        </p:nvSpPr>
        <p:spPr>
          <a:xfrm>
            <a:off x="1054902" y="4869307"/>
            <a:ext cx="895968" cy="5037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AADCC8-7DB8-1A43-BB81-A9BE745AE3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3954" r="50342" b="81083"/>
          <a:stretch/>
        </p:blipFill>
        <p:spPr>
          <a:xfrm>
            <a:off x="3593752" y="4258732"/>
            <a:ext cx="1723105" cy="12973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2C84CA-32E1-3CC5-6311-D253E64B04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r="72135" b="73524"/>
          <a:stretch/>
        </p:blipFill>
        <p:spPr>
          <a:xfrm>
            <a:off x="6782905" y="4211804"/>
            <a:ext cx="3057525" cy="18157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177322-66F5-B1D4-800A-30AA8353AFE8}"/>
              </a:ext>
            </a:extLst>
          </p:cNvPr>
          <p:cNvSpPr txBox="1"/>
          <p:nvPr userDrawn="1"/>
        </p:nvSpPr>
        <p:spPr>
          <a:xfrm>
            <a:off x="440622" y="3429000"/>
            <a:ext cx="231457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Step 01</a:t>
            </a:r>
          </a:p>
          <a:p>
            <a:pPr algn="ctr"/>
            <a:r>
              <a:rPr lang="en-US" sz="1400" b="0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Draw rectangle over Motif</a:t>
            </a:r>
            <a:endParaRPr lang="en-US" sz="1400" b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0BE6DD-DC95-A3B0-6623-7E6B28995488}"/>
              </a:ext>
            </a:extLst>
          </p:cNvPr>
          <p:cNvSpPr txBox="1"/>
          <p:nvPr userDrawn="1"/>
        </p:nvSpPr>
        <p:spPr>
          <a:xfrm>
            <a:off x="2783115" y="3429000"/>
            <a:ext cx="379707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Step 02</a:t>
            </a:r>
          </a:p>
          <a:p>
            <a:pPr algn="ctr"/>
            <a:r>
              <a:rPr lang="en-US" sz="1400" b="0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Select Motif and rectangle Go to Shape Format</a:t>
            </a:r>
            <a:endParaRPr lang="en-US" sz="1400" b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81B2DA-3CB9-D6E7-DD9C-11A106A84215}"/>
              </a:ext>
            </a:extLst>
          </p:cNvPr>
          <p:cNvSpPr txBox="1"/>
          <p:nvPr userDrawn="1"/>
        </p:nvSpPr>
        <p:spPr>
          <a:xfrm>
            <a:off x="6614334" y="3429000"/>
            <a:ext cx="3226096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Step 03</a:t>
            </a:r>
          </a:p>
          <a:p>
            <a:pPr algn="ctr"/>
            <a:r>
              <a:rPr lang="en-US" sz="1400" b="0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Go to Merge Shape and select Subtract</a:t>
            </a:r>
            <a:endParaRPr lang="en-US" sz="1400" b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E221101D-FDFC-86AA-1D83-7109BC56F5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>
            <a:fillRect/>
          </a:stretch>
        </p:blipFill>
        <p:spPr>
          <a:xfrm>
            <a:off x="10089684" y="4097839"/>
            <a:ext cx="1571983" cy="1458221"/>
          </a:xfrm>
          <a:custGeom>
            <a:avLst/>
            <a:gdLst>
              <a:gd name="connsiteX0" fmla="*/ 0 w 1571983"/>
              <a:gd name="connsiteY0" fmla="*/ 0 h 1458221"/>
              <a:gd name="connsiteX1" fmla="*/ 1571983 w 1571983"/>
              <a:gd name="connsiteY1" fmla="*/ 0 h 1458221"/>
              <a:gd name="connsiteX2" fmla="*/ 1571983 w 1571983"/>
              <a:gd name="connsiteY2" fmla="*/ 477248 h 1458221"/>
              <a:gd name="connsiteX3" fmla="*/ 785992 w 1571983"/>
              <a:gd name="connsiteY3" fmla="*/ 477248 h 1458221"/>
              <a:gd name="connsiteX4" fmla="*/ 785992 w 1571983"/>
              <a:gd name="connsiteY4" fmla="*/ 980971 h 1458221"/>
              <a:gd name="connsiteX5" fmla="*/ 1571983 w 1571983"/>
              <a:gd name="connsiteY5" fmla="*/ 980971 h 1458221"/>
              <a:gd name="connsiteX6" fmla="*/ 1571983 w 1571983"/>
              <a:gd name="connsiteY6" fmla="*/ 1458221 h 1458221"/>
              <a:gd name="connsiteX7" fmla="*/ 0 w 1571983"/>
              <a:gd name="connsiteY7" fmla="*/ 1458221 h 1458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71983" h="1458221">
                <a:moveTo>
                  <a:pt x="0" y="0"/>
                </a:moveTo>
                <a:lnTo>
                  <a:pt x="1571983" y="0"/>
                </a:lnTo>
                <a:lnTo>
                  <a:pt x="1571983" y="477248"/>
                </a:lnTo>
                <a:lnTo>
                  <a:pt x="785992" y="477248"/>
                </a:lnTo>
                <a:lnTo>
                  <a:pt x="785992" y="980971"/>
                </a:lnTo>
                <a:lnTo>
                  <a:pt x="1571983" y="980971"/>
                </a:lnTo>
                <a:lnTo>
                  <a:pt x="1571983" y="1458221"/>
                </a:lnTo>
                <a:lnTo>
                  <a:pt x="0" y="1458221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7E6E2C-1FBA-DF67-4866-A2EB5D9769B8}"/>
              </a:ext>
            </a:extLst>
          </p:cNvPr>
          <p:cNvSpPr txBox="1"/>
          <p:nvPr userDrawn="1"/>
        </p:nvSpPr>
        <p:spPr>
          <a:xfrm>
            <a:off x="9874574" y="3429000"/>
            <a:ext cx="2002202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Output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0C0199D-0C75-32FD-6B39-C4ACF7E20AD7}"/>
              </a:ext>
            </a:extLst>
          </p:cNvPr>
          <p:cNvCxnSpPr>
            <a:cxnSpLocks/>
          </p:cNvCxnSpPr>
          <p:nvPr userDrawn="1"/>
        </p:nvCxnSpPr>
        <p:spPr>
          <a:xfrm>
            <a:off x="2433566" y="3565326"/>
            <a:ext cx="13192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FC3A277-F1EB-31D3-399B-7E9FB38A2036}"/>
              </a:ext>
            </a:extLst>
          </p:cNvPr>
          <p:cNvCxnSpPr>
            <a:cxnSpLocks/>
          </p:cNvCxnSpPr>
          <p:nvPr userDrawn="1"/>
        </p:nvCxnSpPr>
        <p:spPr>
          <a:xfrm>
            <a:off x="5436358" y="3565326"/>
            <a:ext cx="13192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F6D842-5E3D-CD6D-36B8-A73EC287289A}"/>
              </a:ext>
            </a:extLst>
          </p:cNvPr>
          <p:cNvCxnSpPr>
            <a:cxnSpLocks/>
          </p:cNvCxnSpPr>
          <p:nvPr userDrawn="1"/>
        </p:nvCxnSpPr>
        <p:spPr>
          <a:xfrm>
            <a:off x="8779633" y="3565326"/>
            <a:ext cx="13192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1900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age of Icons -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Usage of Icons - Brand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76B490D-5629-C016-B97D-AD41DACAE2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0600" y="1652588"/>
            <a:ext cx="5410200" cy="355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A2B322-22A7-99FB-B545-F5219FFB4846}"/>
              </a:ext>
            </a:extLst>
          </p:cNvPr>
          <p:cNvSpPr txBox="1"/>
          <p:nvPr userDrawn="1"/>
        </p:nvSpPr>
        <p:spPr>
          <a:xfrm>
            <a:off x="6670624" y="2967335"/>
            <a:ext cx="457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/>
              <a:t>One or more emphasizing element is marked in corporate color palette with brand dark blue or white as the rest. </a:t>
            </a:r>
          </a:p>
        </p:txBody>
      </p:sp>
    </p:spTree>
    <p:extLst>
      <p:ext uri="{BB962C8B-B14F-4D97-AF65-F5344CB8AC3E}">
        <p14:creationId xmlns:p14="http://schemas.microsoft.com/office/powerpoint/2010/main" val="3640019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age of Icons - Mobl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Usage of Icons - Mobility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CA34AC5-3407-E31A-4BD6-234AF7B639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0600" y="1652588"/>
            <a:ext cx="5410200" cy="3552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5E316A-8F40-E371-625D-DEEDC6973BAE}"/>
              </a:ext>
            </a:extLst>
          </p:cNvPr>
          <p:cNvSpPr txBox="1"/>
          <p:nvPr userDrawn="1"/>
        </p:nvSpPr>
        <p:spPr>
          <a:xfrm>
            <a:off x="6670624" y="3252145"/>
            <a:ext cx="457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800" b="0">
                <a:effectLst/>
                <a:latin typeface="+mn-lt"/>
              </a:rPr>
              <a:t>One or more emphasizing element is marked in absolute blue with brand dark blue or white as the rest.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A05252-EE33-D0B1-783E-F4C3E04451CC}"/>
              </a:ext>
            </a:extLst>
          </p:cNvPr>
          <p:cNvSpPr txBox="1"/>
          <p:nvPr userDrawn="1"/>
        </p:nvSpPr>
        <p:spPr>
          <a:xfrm>
            <a:off x="6670624" y="2672314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rgbClr val="0749C6"/>
                </a:solidFill>
                <a:effectLst/>
                <a:latin typeface="+mn-lt"/>
              </a:rPr>
              <a:t>Mobility </a:t>
            </a:r>
            <a:endParaRPr lang="en-US" sz="3000" b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29020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age of Icons - Sustainab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Usage of Icons - Sustainability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EBA5DED-B8D0-DD36-1D16-D3C48E7B8C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0600" y="1652588"/>
            <a:ext cx="5410200" cy="355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6CC3FB-F9BA-987C-304C-44C3753E3455}"/>
              </a:ext>
            </a:extLst>
          </p:cNvPr>
          <p:cNvSpPr txBox="1"/>
          <p:nvPr userDrawn="1"/>
        </p:nvSpPr>
        <p:spPr>
          <a:xfrm>
            <a:off x="6670624" y="3252145"/>
            <a:ext cx="398738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800" b="0">
                <a:effectLst/>
                <a:latin typeface="+mn-lt"/>
              </a:rPr>
              <a:t>One or more emphasizing element is marked in green with brand dark blue or white as the rest. </a:t>
            </a:r>
            <a:endParaRPr lang="en-US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70031-8FCE-ACC4-77C4-7361B0B3EFBA}"/>
              </a:ext>
            </a:extLst>
          </p:cNvPr>
          <p:cNvSpPr txBox="1"/>
          <p:nvPr userDrawn="1"/>
        </p:nvSpPr>
        <p:spPr>
          <a:xfrm>
            <a:off x="6670624" y="2672314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rgbClr val="74BF43"/>
                </a:solidFill>
                <a:effectLst/>
                <a:latin typeface="+mn-lt"/>
              </a:rPr>
              <a:t>Sustainability </a:t>
            </a:r>
          </a:p>
        </p:txBody>
      </p:sp>
    </p:spTree>
    <p:extLst>
      <p:ext uri="{BB962C8B-B14F-4D97-AF65-F5344CB8AC3E}">
        <p14:creationId xmlns:p14="http://schemas.microsoft.com/office/powerpoint/2010/main" val="1540927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age of Icons -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Usage of Icons - Tech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0A2DEB5-CAF5-D6D8-F05D-6C4921E62E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0600" y="1780665"/>
            <a:ext cx="5410200" cy="355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59B1A1-5BC3-057F-FD8E-665DA5D841AF}"/>
              </a:ext>
            </a:extLst>
          </p:cNvPr>
          <p:cNvSpPr txBox="1"/>
          <p:nvPr userDrawn="1"/>
        </p:nvSpPr>
        <p:spPr>
          <a:xfrm>
            <a:off x="6670624" y="3252145"/>
            <a:ext cx="398738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800" b="0">
                <a:effectLst/>
                <a:latin typeface="+mn-lt"/>
              </a:rPr>
              <a:t>One or more emphasizing element is marked in metallic yellow with brand dark blue or white as the rest.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7C731-AA28-2FC1-18D9-C9C5EB881A1F}"/>
              </a:ext>
            </a:extLst>
          </p:cNvPr>
          <p:cNvSpPr txBox="1"/>
          <p:nvPr userDrawn="1"/>
        </p:nvSpPr>
        <p:spPr>
          <a:xfrm>
            <a:off x="6670624" y="2672314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chemeClr val="accent3"/>
                </a:solidFill>
                <a:effectLst/>
                <a:latin typeface="+mn-lt"/>
              </a:rPr>
              <a:t>Tech</a:t>
            </a:r>
          </a:p>
        </p:txBody>
      </p:sp>
    </p:spTree>
    <p:extLst>
      <p:ext uri="{BB962C8B-B14F-4D97-AF65-F5344CB8AC3E}">
        <p14:creationId xmlns:p14="http://schemas.microsoft.com/office/powerpoint/2010/main" val="26078350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curved lines on a black background&#10;&#10;Description automatically generated">
            <a:extLst>
              <a:ext uri="{FF2B5EF4-FFF2-40B4-BE49-F238E27FC236}">
                <a16:creationId xmlns:a16="http://schemas.microsoft.com/office/drawing/2014/main" id="{7F6AB018-62ED-7948-EF17-C34E8B9BD0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9">
            <a:extLst>
              <a:ext uri="{FF2B5EF4-FFF2-40B4-BE49-F238E27FC236}">
                <a16:creationId xmlns:a16="http://schemas.microsoft.com/office/drawing/2014/main" id="{09DB7617-C7D5-F01E-F33F-F4A8355ECD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35" y="2766219"/>
            <a:ext cx="1076213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Section breaker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2A85C3D-8965-4C0B-821E-A3181C1766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890D212-6B29-73EE-B5AB-6507C30F5FA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985124" y="503024"/>
            <a:ext cx="2776539" cy="15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279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 userDrawn="1"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9">
            <a:extLst>
              <a:ext uri="{FF2B5EF4-FFF2-40B4-BE49-F238E27FC236}">
                <a16:creationId xmlns:a16="http://schemas.microsoft.com/office/drawing/2014/main" id="{09DB7617-C7D5-F01E-F33F-F4A8355ECD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959" y="2772942"/>
            <a:ext cx="10520082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FFFB807-E607-06F9-C20B-E41EBBD641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1C14DAF-0D96-1267-E025-E593314D41B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985124" y="503024"/>
            <a:ext cx="2776539" cy="15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722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48CF3F-C310-A798-3FC5-A1091EC24F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12" r="2103"/>
          <a:stretch/>
        </p:blipFill>
        <p:spPr>
          <a:xfrm flipH="1">
            <a:off x="1133473" y="657276"/>
            <a:ext cx="11058523" cy="620072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A0F37DD-1BE1-1AE7-5545-AEDAA9BD32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 userDrawn="1"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9">
            <a:extLst>
              <a:ext uri="{FF2B5EF4-FFF2-40B4-BE49-F238E27FC236}">
                <a16:creationId xmlns:a16="http://schemas.microsoft.com/office/drawing/2014/main" id="{D8F65E62-9E12-E8D7-865F-63444E099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94882" y="2772942"/>
            <a:ext cx="3340981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/>
              <a:t>Thank You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6F3D45-5EAC-4C21-F481-6DE499569FED}"/>
              </a:ext>
            </a:extLst>
          </p:cNvPr>
          <p:cNvGrpSpPr/>
          <p:nvPr userDrawn="1"/>
        </p:nvGrpSpPr>
        <p:grpSpPr>
          <a:xfrm>
            <a:off x="445174" y="2002465"/>
            <a:ext cx="3741293" cy="2851865"/>
            <a:chOff x="435649" y="2002465"/>
            <a:chExt cx="3741293" cy="28518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BBC4C9-BF64-FF98-1BA8-5D5E88D82874}"/>
                </a:ext>
              </a:extLst>
            </p:cNvPr>
            <p:cNvSpPr txBox="1"/>
            <p:nvPr userDrawn="1"/>
          </p:nvSpPr>
          <p:spPr>
            <a:xfrm>
              <a:off x="2111803" y="2805752"/>
              <a:ext cx="2065139" cy="12464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500">
                  <a:solidFill>
                    <a:schemeClr val="bg1"/>
                  </a:solidFill>
                </a:rPr>
                <a:t>Purposeful. </a:t>
              </a:r>
            </a:p>
            <a:p>
              <a:r>
                <a:rPr lang="en-IN" sz="2500">
                  <a:solidFill>
                    <a:schemeClr val="bg1"/>
                  </a:solidFill>
                </a:rPr>
                <a:t>Agile.</a:t>
              </a:r>
            </a:p>
            <a:p>
              <a:r>
                <a:rPr lang="en-IN" sz="2500">
                  <a:solidFill>
                    <a:schemeClr val="bg1"/>
                  </a:solidFill>
                </a:rPr>
                <a:t>Innovation.</a:t>
              </a: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F503BC-179B-60BB-18AE-1BF86005C2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435649" y="2002465"/>
              <a:ext cx="3074351" cy="2851865"/>
            </a:xfrm>
            <a:custGeom>
              <a:avLst/>
              <a:gdLst>
                <a:gd name="connsiteX0" fmla="*/ 0 w 3074351"/>
                <a:gd name="connsiteY0" fmla="*/ 0 h 2851865"/>
                <a:gd name="connsiteX1" fmla="*/ 3074351 w 3074351"/>
                <a:gd name="connsiteY1" fmla="*/ 0 h 2851865"/>
                <a:gd name="connsiteX2" fmla="*/ 3074351 w 3074351"/>
                <a:gd name="connsiteY2" fmla="*/ 883610 h 2851865"/>
                <a:gd name="connsiteX3" fmla="*/ 1603216 w 3074351"/>
                <a:gd name="connsiteY3" fmla="*/ 883610 h 2851865"/>
                <a:gd name="connsiteX4" fmla="*/ 1603216 w 3074351"/>
                <a:gd name="connsiteY4" fmla="*/ 2030732 h 2851865"/>
                <a:gd name="connsiteX5" fmla="*/ 3074351 w 3074351"/>
                <a:gd name="connsiteY5" fmla="*/ 2030732 h 2851865"/>
                <a:gd name="connsiteX6" fmla="*/ 3074351 w 3074351"/>
                <a:gd name="connsiteY6" fmla="*/ 2851865 h 2851865"/>
                <a:gd name="connsiteX7" fmla="*/ 0 w 3074351"/>
                <a:gd name="connsiteY7" fmla="*/ 2851865 h 285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74351" h="2851865">
                  <a:moveTo>
                    <a:pt x="0" y="0"/>
                  </a:moveTo>
                  <a:lnTo>
                    <a:pt x="3074351" y="0"/>
                  </a:lnTo>
                  <a:lnTo>
                    <a:pt x="3074351" y="883610"/>
                  </a:lnTo>
                  <a:lnTo>
                    <a:pt x="1603216" y="883610"/>
                  </a:lnTo>
                  <a:lnTo>
                    <a:pt x="1603216" y="2030732"/>
                  </a:lnTo>
                  <a:lnTo>
                    <a:pt x="3074351" y="2030732"/>
                  </a:lnTo>
                  <a:lnTo>
                    <a:pt x="3074351" y="2851865"/>
                  </a:lnTo>
                  <a:lnTo>
                    <a:pt x="0" y="2851865"/>
                  </a:lnTo>
                  <a:close/>
                </a:path>
              </a:pathLst>
            </a:custGeom>
          </p:spPr>
        </p:pic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7DB477A9-5F30-05C0-9104-373059D594B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985124" y="503024"/>
            <a:ext cx="2776539" cy="15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5557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5E5F144-FD93-46D2-86DD-9084297597B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A88DA8-8EBA-4BCE-9633-2C0857E9F33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9700" y="6472237"/>
            <a:ext cx="4273668" cy="276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9" tIns="45719" rIns="91439" bIns="45719"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chemeClr val="bg1"/>
                </a:solidFill>
              </a:rPr>
              <a:t>Restricted Circulation | L&amp;T Technology Services | www.LTTS.com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BB49F5-E435-4B4D-9CA2-3680C291E4B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37937" y="6472237"/>
            <a:ext cx="614363" cy="276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9" tIns="45719" rIns="91439" bIns="45719"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defRPr/>
            </a:pPr>
            <a:fld id="{8FD96EFD-9EF5-4977-848E-76E32F9AE7EB}" type="slidenum">
              <a:rPr lang="en-US" altLang="en-US" sz="1200" smtClean="0">
                <a:solidFill>
                  <a:schemeClr val="bg1"/>
                </a:solidFill>
              </a:rPr>
              <a:pPr algn="r" eaLnBrk="1" hangingPunct="1">
                <a:defRPr/>
              </a:pPr>
              <a:t>‹#›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63007C-3505-4E27-814C-E0930C77741F}"/>
              </a:ext>
            </a:extLst>
          </p:cNvPr>
          <p:cNvCxnSpPr>
            <a:cxnSpLocks/>
          </p:cNvCxnSpPr>
          <p:nvPr userDrawn="1"/>
        </p:nvCxnSpPr>
        <p:spPr>
          <a:xfrm>
            <a:off x="263525" y="6356351"/>
            <a:ext cx="4017963" cy="0"/>
          </a:xfrm>
          <a:prstGeom prst="line">
            <a:avLst/>
          </a:prstGeom>
          <a:ln>
            <a:solidFill>
              <a:srgbClr val="773D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8">
            <a:extLst>
              <a:ext uri="{FF2B5EF4-FFF2-40B4-BE49-F238E27FC236}">
                <a16:creationId xmlns:a16="http://schemas.microsoft.com/office/drawing/2014/main" id="{AC8C48F6-14ED-4A46-B3BD-3305F9CBF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49" y="172721"/>
            <a:ext cx="9662652" cy="460959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>
              <a:defRPr lang="en-IN" sz="28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41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roup 280"/>
          <p:cNvGrpSpPr/>
          <p:nvPr userDrawn="1"/>
        </p:nvGrpSpPr>
        <p:grpSpPr bwMode="gray">
          <a:xfrm>
            <a:off x="-1" y="795868"/>
            <a:ext cx="12183353" cy="5833533"/>
            <a:chOff x="-1" y="596901"/>
            <a:chExt cx="9137515" cy="4375150"/>
          </a:xfrm>
        </p:grpSpPr>
        <p:cxnSp>
          <p:nvCxnSpPr>
            <p:cNvPr id="163" name="Straight Connector 162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06400" y="1"/>
            <a:ext cx="11379200" cy="673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7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406400" y="889000"/>
            <a:ext cx="11379200" cy="558800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>
              <a:defRPr lang="en-US" sz="2400" smtClean="0"/>
            </a:lvl1pPr>
            <a:lvl2pPr>
              <a:defRPr lang="en-US" sz="2133" smtClean="0"/>
            </a:lvl2pPr>
            <a:lvl3pPr>
              <a:defRPr lang="en-US" sz="1867" smtClean="0"/>
            </a:lvl3pPr>
            <a:lvl4pPr>
              <a:defRPr lang="en-US" sz="1600" smtClean="0"/>
            </a:lvl4pPr>
            <a:lvl5pPr>
              <a:defRPr lang="en-US" sz="1467" dirty="0"/>
            </a:lvl5pPr>
          </a:lstStyle>
          <a:p>
            <a:pPr lvl="0"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lvl="1"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lvl="2"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lvl="3"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lvl="4"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333331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2526602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Dia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 userDrawn="1"/>
        </p:nvGrpSpPr>
        <p:grpSpPr bwMode="gray">
          <a:xfrm>
            <a:off x="-1" y="795868"/>
            <a:ext cx="12183353" cy="5833533"/>
            <a:chOff x="-1" y="596901"/>
            <a:chExt cx="9137515" cy="4375150"/>
          </a:xfrm>
        </p:grpSpPr>
        <p:cxnSp>
          <p:nvCxnSpPr>
            <p:cNvPr id="100" name="Straight Connector 99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06400" y="1"/>
            <a:ext cx="11379200" cy="673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Chart Diagram Slide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333331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sp>
        <p:nvSpPr>
          <p:cNvPr id="4" name="Chart Placeholder 3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332318" y="776818"/>
            <a:ext cx="11527367" cy="5803900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IN" dirty="0"/>
              <a:t>Click icon to add a chart</a:t>
            </a:r>
          </a:p>
        </p:txBody>
      </p:sp>
    </p:spTree>
    <p:extLst>
      <p:ext uri="{BB962C8B-B14F-4D97-AF65-F5344CB8AC3E}">
        <p14:creationId xmlns:p14="http://schemas.microsoft.com/office/powerpoint/2010/main" val="2051237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BBF3F82-3C53-C5AA-C727-A678218BE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AF73541-B415-9FCA-5C11-836A8EFE1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379" y="1240151"/>
            <a:ext cx="11235421" cy="4733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2B1CFF-1E57-3907-DE1F-902FF92453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7FB8498-7694-6564-5B20-A2BAE2DBB53F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371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5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684349F-C129-6666-72CE-D99F548049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9380" y="1495964"/>
            <a:ext cx="4581525" cy="4733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: Shape 4">
            <a:extLst>
              <a:ext uri="{FF2B5EF4-FFF2-40B4-BE49-F238E27FC236}">
                <a16:creationId xmlns:a16="http://schemas.microsoft.com/office/drawing/2014/main" id="{7C63E7BB-3AB5-5E6D-B902-402107FD0B8A}"/>
              </a:ext>
            </a:extLst>
          </p:cNvPr>
          <p:cNvSpPr/>
          <p:nvPr userDrawn="1"/>
        </p:nvSpPr>
        <p:spPr>
          <a:xfrm>
            <a:off x="7964872" y="2617386"/>
            <a:ext cx="907957" cy="907957"/>
          </a:xfrm>
          <a:custGeom>
            <a:avLst/>
            <a:gdLst>
              <a:gd name="connsiteX0" fmla="*/ 660705 w 660704"/>
              <a:gd name="connsiteY0" fmla="*/ 243793 h 660704"/>
              <a:gd name="connsiteX1" fmla="*/ 660705 w 660704"/>
              <a:gd name="connsiteY1" fmla="*/ 0 h 660704"/>
              <a:gd name="connsiteX2" fmla="*/ 0 w 660704"/>
              <a:gd name="connsiteY2" fmla="*/ 660705 h 660704"/>
              <a:gd name="connsiteX3" fmla="*/ 243793 w 660704"/>
              <a:gd name="connsiteY3" fmla="*/ 660705 h 660704"/>
              <a:gd name="connsiteX4" fmla="*/ 660705 w 660704"/>
              <a:gd name="connsiteY4" fmla="*/ 243793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660705" y="243793"/>
                </a:moveTo>
                <a:lnTo>
                  <a:pt x="660705" y="0"/>
                </a:lnTo>
                <a:cubicBezTo>
                  <a:pt x="324376" y="59055"/>
                  <a:pt x="59055" y="324339"/>
                  <a:pt x="0" y="660705"/>
                </a:cubicBezTo>
                <a:lnTo>
                  <a:pt x="243793" y="660705"/>
                </a:lnTo>
                <a:cubicBezTo>
                  <a:pt x="285885" y="451024"/>
                  <a:pt x="451024" y="285885"/>
                  <a:pt x="660705" y="24379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1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C36504E1-F7CB-348E-2D51-17D86EA40761}"/>
              </a:ext>
            </a:extLst>
          </p:cNvPr>
          <p:cNvSpPr/>
          <p:nvPr userDrawn="1"/>
        </p:nvSpPr>
        <p:spPr>
          <a:xfrm>
            <a:off x="9162560" y="2617386"/>
            <a:ext cx="907957" cy="907957"/>
          </a:xfrm>
          <a:custGeom>
            <a:avLst/>
            <a:gdLst>
              <a:gd name="connsiteX0" fmla="*/ 416912 w 660704"/>
              <a:gd name="connsiteY0" fmla="*/ 660705 h 660704"/>
              <a:gd name="connsiteX1" fmla="*/ 660705 w 660704"/>
              <a:gd name="connsiteY1" fmla="*/ 660705 h 660704"/>
              <a:gd name="connsiteX2" fmla="*/ 0 w 660704"/>
              <a:gd name="connsiteY2" fmla="*/ 0 h 660704"/>
              <a:gd name="connsiteX3" fmla="*/ 0 w 660704"/>
              <a:gd name="connsiteY3" fmla="*/ 243793 h 660704"/>
              <a:gd name="connsiteX4" fmla="*/ 416912 w 660704"/>
              <a:gd name="connsiteY4" fmla="*/ 660705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416912" y="660705"/>
                </a:moveTo>
                <a:lnTo>
                  <a:pt x="660705" y="660705"/>
                </a:lnTo>
                <a:cubicBezTo>
                  <a:pt x="601649" y="324376"/>
                  <a:pt x="336365" y="59055"/>
                  <a:pt x="0" y="0"/>
                </a:cubicBezTo>
                <a:lnTo>
                  <a:pt x="0" y="243793"/>
                </a:lnTo>
                <a:cubicBezTo>
                  <a:pt x="209681" y="285885"/>
                  <a:pt x="374820" y="451024"/>
                  <a:pt x="416912" y="66070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1"/>
          </a:p>
        </p:txBody>
      </p:sp>
      <p:sp>
        <p:nvSpPr>
          <p:cNvPr id="7" name="Freeform: Shape 7">
            <a:extLst>
              <a:ext uri="{FF2B5EF4-FFF2-40B4-BE49-F238E27FC236}">
                <a16:creationId xmlns:a16="http://schemas.microsoft.com/office/drawing/2014/main" id="{858946DA-4086-0451-04C1-884B540C695E}"/>
              </a:ext>
            </a:extLst>
          </p:cNvPr>
          <p:cNvSpPr/>
          <p:nvPr userDrawn="1"/>
        </p:nvSpPr>
        <p:spPr>
          <a:xfrm>
            <a:off x="6440166" y="3815124"/>
            <a:ext cx="2432663" cy="2432613"/>
          </a:xfrm>
          <a:custGeom>
            <a:avLst/>
            <a:gdLst>
              <a:gd name="connsiteX0" fmla="*/ 1770206 w 1770205"/>
              <a:gd name="connsiteY0" fmla="*/ 660668 h 1770168"/>
              <a:gd name="connsiteX1" fmla="*/ 1770206 w 1770205"/>
              <a:gd name="connsiteY1" fmla="*/ 1593152 h 1770168"/>
              <a:gd name="connsiteX2" fmla="*/ 1593189 w 1770205"/>
              <a:gd name="connsiteY2" fmla="*/ 1770169 h 1770168"/>
              <a:gd name="connsiteX3" fmla="*/ 177017 w 1770205"/>
              <a:gd name="connsiteY3" fmla="*/ 1770169 h 1770168"/>
              <a:gd name="connsiteX4" fmla="*/ 0 w 1770205"/>
              <a:gd name="connsiteY4" fmla="*/ 1593152 h 1770168"/>
              <a:gd name="connsiteX5" fmla="*/ 0 w 1770205"/>
              <a:gd name="connsiteY5" fmla="*/ 177017 h 1770168"/>
              <a:gd name="connsiteX6" fmla="*/ 177017 w 1770205"/>
              <a:gd name="connsiteY6" fmla="*/ 0 h 1770168"/>
              <a:gd name="connsiteX7" fmla="*/ 1109501 w 1770205"/>
              <a:gd name="connsiteY7" fmla="*/ 0 h 1770168"/>
              <a:gd name="connsiteX8" fmla="*/ 1770206 w 1770205"/>
              <a:gd name="connsiteY8" fmla="*/ 660705 h 177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168">
                <a:moveTo>
                  <a:pt x="1770206" y="660668"/>
                </a:moveTo>
                <a:lnTo>
                  <a:pt x="1770206" y="1593152"/>
                </a:lnTo>
                <a:cubicBezTo>
                  <a:pt x="1770206" y="1690922"/>
                  <a:pt x="1690959" y="1770169"/>
                  <a:pt x="1593189" y="1770169"/>
                </a:cubicBezTo>
                <a:lnTo>
                  <a:pt x="177017" y="1770169"/>
                </a:lnTo>
                <a:cubicBezTo>
                  <a:pt x="79247" y="1770169"/>
                  <a:pt x="0" y="1690922"/>
                  <a:pt x="0" y="1593152"/>
                </a:cubicBezTo>
                <a:lnTo>
                  <a:pt x="0" y="177017"/>
                </a:lnTo>
                <a:cubicBezTo>
                  <a:pt x="0" y="79248"/>
                  <a:pt x="79247" y="0"/>
                  <a:pt x="177017" y="0"/>
                </a:cubicBezTo>
                <a:lnTo>
                  <a:pt x="1109501" y="0"/>
                </a:lnTo>
                <a:cubicBezTo>
                  <a:pt x="1168557" y="336329"/>
                  <a:pt x="1433841" y="601650"/>
                  <a:pt x="1770206" y="660705"/>
                </a:cubicBezTo>
                <a:close/>
              </a:path>
            </a:pathLst>
          </a:custGeom>
          <a:solidFill>
            <a:srgbClr val="FFFFFF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1"/>
          </a:p>
        </p:txBody>
      </p:sp>
      <p:sp>
        <p:nvSpPr>
          <p:cNvPr id="8" name="Freeform: Shape 8">
            <a:extLst>
              <a:ext uri="{FF2B5EF4-FFF2-40B4-BE49-F238E27FC236}">
                <a16:creationId xmlns:a16="http://schemas.microsoft.com/office/drawing/2014/main" id="{C4A92F02-9D40-5C93-35A2-F3C0B89D5EBD}"/>
              </a:ext>
            </a:extLst>
          </p:cNvPr>
          <p:cNvSpPr/>
          <p:nvPr userDrawn="1"/>
        </p:nvSpPr>
        <p:spPr>
          <a:xfrm>
            <a:off x="7964872" y="3815124"/>
            <a:ext cx="907957" cy="907957"/>
          </a:xfrm>
          <a:custGeom>
            <a:avLst/>
            <a:gdLst>
              <a:gd name="connsiteX0" fmla="*/ 243793 w 660704"/>
              <a:gd name="connsiteY0" fmla="*/ 0 h 660704"/>
              <a:gd name="connsiteX1" fmla="*/ 0 w 660704"/>
              <a:gd name="connsiteY1" fmla="*/ 0 h 660704"/>
              <a:gd name="connsiteX2" fmla="*/ 660705 w 660704"/>
              <a:gd name="connsiteY2" fmla="*/ 660705 h 660704"/>
              <a:gd name="connsiteX3" fmla="*/ 660705 w 660704"/>
              <a:gd name="connsiteY3" fmla="*/ 416912 h 660704"/>
              <a:gd name="connsiteX4" fmla="*/ 243793 w 660704"/>
              <a:gd name="connsiteY4" fmla="*/ 0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243793" y="0"/>
                </a:moveTo>
                <a:lnTo>
                  <a:pt x="0" y="0"/>
                </a:lnTo>
                <a:cubicBezTo>
                  <a:pt x="59055" y="336329"/>
                  <a:pt x="324339" y="601650"/>
                  <a:pt x="660705" y="660705"/>
                </a:cubicBezTo>
                <a:lnTo>
                  <a:pt x="660705" y="416912"/>
                </a:lnTo>
                <a:cubicBezTo>
                  <a:pt x="451061" y="374820"/>
                  <a:pt x="285885" y="209681"/>
                  <a:pt x="24379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1"/>
          </a:p>
        </p:txBody>
      </p:sp>
      <p:grpSp>
        <p:nvGrpSpPr>
          <p:cNvPr id="9" name="Graphic 3">
            <a:extLst>
              <a:ext uri="{FF2B5EF4-FFF2-40B4-BE49-F238E27FC236}">
                <a16:creationId xmlns:a16="http://schemas.microsoft.com/office/drawing/2014/main" id="{E4FB73FE-3CCA-28DE-46D8-5A782687DB50}"/>
              </a:ext>
            </a:extLst>
          </p:cNvPr>
          <p:cNvGrpSpPr/>
          <p:nvPr userDrawn="1"/>
        </p:nvGrpSpPr>
        <p:grpSpPr>
          <a:xfrm>
            <a:off x="9162510" y="3815075"/>
            <a:ext cx="2432663" cy="2432663"/>
            <a:chOff x="2979456" y="3873439"/>
            <a:chExt cx="1770205" cy="1770205"/>
          </a:xfrm>
        </p:grpSpPr>
        <p:sp>
          <p:nvSpPr>
            <p:cNvPr id="10" name="Freeform: Shape 18">
              <a:extLst>
                <a:ext uri="{FF2B5EF4-FFF2-40B4-BE49-F238E27FC236}">
                  <a16:creationId xmlns:a16="http://schemas.microsoft.com/office/drawing/2014/main" id="{FDE5354C-77AA-1FD1-A69B-125022F6EA82}"/>
                </a:ext>
              </a:extLst>
            </p:cNvPr>
            <p:cNvSpPr/>
            <p:nvPr/>
          </p:nvSpPr>
          <p:spPr>
            <a:xfrm>
              <a:off x="2979456" y="3873476"/>
              <a:ext cx="1770205" cy="1770168"/>
            </a:xfrm>
            <a:custGeom>
              <a:avLst/>
              <a:gdLst>
                <a:gd name="connsiteX0" fmla="*/ 37 w 1770205"/>
                <a:gd name="connsiteY0" fmla="*/ 660668 h 1770168"/>
                <a:gd name="connsiteX1" fmla="*/ 37 w 1770205"/>
                <a:gd name="connsiteY1" fmla="*/ 1593152 h 1770168"/>
                <a:gd name="connsiteX2" fmla="*/ 177054 w 1770205"/>
                <a:gd name="connsiteY2" fmla="*/ 1770169 h 1770168"/>
                <a:gd name="connsiteX3" fmla="*/ 1593189 w 1770205"/>
                <a:gd name="connsiteY3" fmla="*/ 1770169 h 1770168"/>
                <a:gd name="connsiteX4" fmla="*/ 1770206 w 1770205"/>
                <a:gd name="connsiteY4" fmla="*/ 1593152 h 1770168"/>
                <a:gd name="connsiteX5" fmla="*/ 1770206 w 1770205"/>
                <a:gd name="connsiteY5" fmla="*/ 177017 h 1770168"/>
                <a:gd name="connsiteX6" fmla="*/ 1593189 w 1770205"/>
                <a:gd name="connsiteY6" fmla="*/ 0 h 1770168"/>
                <a:gd name="connsiteX7" fmla="*/ 660705 w 1770205"/>
                <a:gd name="connsiteY7" fmla="*/ 0 h 1770168"/>
                <a:gd name="connsiteX8" fmla="*/ 0 w 1770205"/>
                <a:gd name="connsiteY8" fmla="*/ 660705 h 1770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0205" h="1770168">
                  <a:moveTo>
                    <a:pt x="37" y="660668"/>
                  </a:moveTo>
                  <a:lnTo>
                    <a:pt x="37" y="1593152"/>
                  </a:lnTo>
                  <a:cubicBezTo>
                    <a:pt x="37" y="1690922"/>
                    <a:pt x="79285" y="1770169"/>
                    <a:pt x="177054" y="1770169"/>
                  </a:cubicBezTo>
                  <a:lnTo>
                    <a:pt x="1593189" y="1770169"/>
                  </a:lnTo>
                  <a:cubicBezTo>
                    <a:pt x="1690959" y="1770169"/>
                    <a:pt x="1770206" y="1690922"/>
                    <a:pt x="1770206" y="1593152"/>
                  </a:cubicBezTo>
                  <a:lnTo>
                    <a:pt x="1770206" y="177017"/>
                  </a:lnTo>
                  <a:cubicBezTo>
                    <a:pt x="1770206" y="79248"/>
                    <a:pt x="1690959" y="0"/>
                    <a:pt x="1593189" y="0"/>
                  </a:cubicBezTo>
                  <a:lnTo>
                    <a:pt x="660705" y="0"/>
                  </a:lnTo>
                  <a:cubicBezTo>
                    <a:pt x="601649" y="336329"/>
                    <a:pt x="336365" y="601650"/>
                    <a:pt x="0" y="660705"/>
                  </a:cubicBezTo>
                  <a:close/>
                </a:path>
              </a:pathLst>
            </a:custGeom>
            <a:solidFill>
              <a:srgbClr val="FFFFFF"/>
            </a:solidFill>
            <a:ln w="3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1"/>
            </a:p>
          </p:txBody>
        </p:sp>
        <p:sp>
          <p:nvSpPr>
            <p:cNvPr id="11" name="Freeform: Shape 19">
              <a:extLst>
                <a:ext uri="{FF2B5EF4-FFF2-40B4-BE49-F238E27FC236}">
                  <a16:creationId xmlns:a16="http://schemas.microsoft.com/office/drawing/2014/main" id="{04B7E845-A73A-9487-B3AC-B2BBB8DBAF46}"/>
                </a:ext>
              </a:extLst>
            </p:cNvPr>
            <p:cNvSpPr/>
            <p:nvPr/>
          </p:nvSpPr>
          <p:spPr>
            <a:xfrm>
              <a:off x="2979493" y="3873439"/>
              <a:ext cx="660704" cy="660704"/>
            </a:xfrm>
            <a:custGeom>
              <a:avLst/>
              <a:gdLst>
                <a:gd name="connsiteX0" fmla="*/ 0 w 660704"/>
                <a:gd name="connsiteY0" fmla="*/ 416912 h 660704"/>
                <a:gd name="connsiteX1" fmla="*/ 0 w 660704"/>
                <a:gd name="connsiteY1" fmla="*/ 660705 h 660704"/>
                <a:gd name="connsiteX2" fmla="*/ 660705 w 660704"/>
                <a:gd name="connsiteY2" fmla="*/ 0 h 660704"/>
                <a:gd name="connsiteX3" fmla="*/ 416912 w 660704"/>
                <a:gd name="connsiteY3" fmla="*/ 0 h 660704"/>
                <a:gd name="connsiteX4" fmla="*/ 0 w 660704"/>
                <a:gd name="connsiteY4" fmla="*/ 416912 h 66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0704" h="660704">
                  <a:moveTo>
                    <a:pt x="0" y="416912"/>
                  </a:moveTo>
                  <a:lnTo>
                    <a:pt x="0" y="660705"/>
                  </a:lnTo>
                  <a:cubicBezTo>
                    <a:pt x="336328" y="601649"/>
                    <a:pt x="601649" y="336365"/>
                    <a:pt x="660705" y="0"/>
                  </a:cubicBezTo>
                  <a:lnTo>
                    <a:pt x="416912" y="0"/>
                  </a:lnTo>
                  <a:cubicBezTo>
                    <a:pt x="374820" y="209644"/>
                    <a:pt x="209681" y="374820"/>
                    <a:pt x="0" y="4169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1"/>
            </a:p>
          </p:txBody>
        </p:sp>
      </p:grpSp>
      <p:sp>
        <p:nvSpPr>
          <p:cNvPr id="12" name="Freeform: Shape 10">
            <a:extLst>
              <a:ext uri="{FF2B5EF4-FFF2-40B4-BE49-F238E27FC236}">
                <a16:creationId xmlns:a16="http://schemas.microsoft.com/office/drawing/2014/main" id="{1096DCFC-C00B-F000-C1B5-589798247066}"/>
              </a:ext>
            </a:extLst>
          </p:cNvPr>
          <p:cNvSpPr/>
          <p:nvPr userDrawn="1"/>
        </p:nvSpPr>
        <p:spPr>
          <a:xfrm>
            <a:off x="9162509" y="1092681"/>
            <a:ext cx="2432663" cy="2432663"/>
          </a:xfrm>
          <a:custGeom>
            <a:avLst/>
            <a:gdLst>
              <a:gd name="connsiteX0" fmla="*/ 37 w 1770205"/>
              <a:gd name="connsiteY0" fmla="*/ 1109501 h 1770205"/>
              <a:gd name="connsiteX1" fmla="*/ 37 w 1770205"/>
              <a:gd name="connsiteY1" fmla="*/ 177017 h 1770205"/>
              <a:gd name="connsiteX2" fmla="*/ 177054 w 1770205"/>
              <a:gd name="connsiteY2" fmla="*/ 0 h 1770205"/>
              <a:gd name="connsiteX3" fmla="*/ 1593189 w 1770205"/>
              <a:gd name="connsiteY3" fmla="*/ 0 h 1770205"/>
              <a:gd name="connsiteX4" fmla="*/ 1770206 w 1770205"/>
              <a:gd name="connsiteY4" fmla="*/ 177017 h 1770205"/>
              <a:gd name="connsiteX5" fmla="*/ 1770206 w 1770205"/>
              <a:gd name="connsiteY5" fmla="*/ 1593189 h 1770205"/>
              <a:gd name="connsiteX6" fmla="*/ 1593189 w 1770205"/>
              <a:gd name="connsiteY6" fmla="*/ 1770206 h 1770205"/>
              <a:gd name="connsiteX7" fmla="*/ 660705 w 1770205"/>
              <a:gd name="connsiteY7" fmla="*/ 1770206 h 1770205"/>
              <a:gd name="connsiteX8" fmla="*/ 0 w 1770205"/>
              <a:gd name="connsiteY8" fmla="*/ 1109501 h 17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205">
                <a:moveTo>
                  <a:pt x="37" y="1109501"/>
                </a:moveTo>
                <a:lnTo>
                  <a:pt x="37" y="177017"/>
                </a:lnTo>
                <a:cubicBezTo>
                  <a:pt x="37" y="79247"/>
                  <a:pt x="79285" y="0"/>
                  <a:pt x="177054" y="0"/>
                </a:cubicBezTo>
                <a:lnTo>
                  <a:pt x="1593189" y="0"/>
                </a:lnTo>
                <a:cubicBezTo>
                  <a:pt x="1690959" y="0"/>
                  <a:pt x="1770206" y="79247"/>
                  <a:pt x="1770206" y="177017"/>
                </a:cubicBezTo>
                <a:lnTo>
                  <a:pt x="1770206" y="1593189"/>
                </a:lnTo>
                <a:cubicBezTo>
                  <a:pt x="1770206" y="1690959"/>
                  <a:pt x="1690959" y="1770206"/>
                  <a:pt x="1593189" y="1770206"/>
                </a:cubicBezTo>
                <a:lnTo>
                  <a:pt x="660705" y="1770206"/>
                </a:lnTo>
                <a:cubicBezTo>
                  <a:pt x="601649" y="1433878"/>
                  <a:pt x="336365" y="1168557"/>
                  <a:pt x="0" y="1109501"/>
                </a:cubicBezTo>
                <a:close/>
              </a:path>
            </a:pathLst>
          </a:custGeom>
          <a:solidFill>
            <a:srgbClr val="FFFFFF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1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79C4457A-BE47-2D23-F60F-E764AE46260A}"/>
              </a:ext>
            </a:extLst>
          </p:cNvPr>
          <p:cNvSpPr/>
          <p:nvPr userDrawn="1"/>
        </p:nvSpPr>
        <p:spPr>
          <a:xfrm>
            <a:off x="6440166" y="1092681"/>
            <a:ext cx="2432663" cy="2432663"/>
          </a:xfrm>
          <a:custGeom>
            <a:avLst/>
            <a:gdLst>
              <a:gd name="connsiteX0" fmla="*/ 1770206 w 1770205"/>
              <a:gd name="connsiteY0" fmla="*/ 1109501 h 1770205"/>
              <a:gd name="connsiteX1" fmla="*/ 1770206 w 1770205"/>
              <a:gd name="connsiteY1" fmla="*/ 177017 h 1770205"/>
              <a:gd name="connsiteX2" fmla="*/ 1593189 w 1770205"/>
              <a:gd name="connsiteY2" fmla="*/ 0 h 1770205"/>
              <a:gd name="connsiteX3" fmla="*/ 177017 w 1770205"/>
              <a:gd name="connsiteY3" fmla="*/ 0 h 1770205"/>
              <a:gd name="connsiteX4" fmla="*/ 0 w 1770205"/>
              <a:gd name="connsiteY4" fmla="*/ 177017 h 1770205"/>
              <a:gd name="connsiteX5" fmla="*/ 0 w 1770205"/>
              <a:gd name="connsiteY5" fmla="*/ 1593189 h 1770205"/>
              <a:gd name="connsiteX6" fmla="*/ 177017 w 1770205"/>
              <a:gd name="connsiteY6" fmla="*/ 1770206 h 1770205"/>
              <a:gd name="connsiteX7" fmla="*/ 1109501 w 1770205"/>
              <a:gd name="connsiteY7" fmla="*/ 1770206 h 1770205"/>
              <a:gd name="connsiteX8" fmla="*/ 1770206 w 1770205"/>
              <a:gd name="connsiteY8" fmla="*/ 1109501 h 17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205">
                <a:moveTo>
                  <a:pt x="1770206" y="1109501"/>
                </a:moveTo>
                <a:lnTo>
                  <a:pt x="1770206" y="177017"/>
                </a:lnTo>
                <a:cubicBezTo>
                  <a:pt x="1770206" y="79247"/>
                  <a:pt x="1690959" y="0"/>
                  <a:pt x="1593189" y="0"/>
                </a:cubicBezTo>
                <a:lnTo>
                  <a:pt x="177017" y="0"/>
                </a:lnTo>
                <a:cubicBezTo>
                  <a:pt x="79247" y="0"/>
                  <a:pt x="0" y="79247"/>
                  <a:pt x="0" y="177017"/>
                </a:cubicBezTo>
                <a:lnTo>
                  <a:pt x="0" y="1593189"/>
                </a:lnTo>
                <a:cubicBezTo>
                  <a:pt x="0" y="1690959"/>
                  <a:pt x="79247" y="1770206"/>
                  <a:pt x="177017" y="1770206"/>
                </a:cubicBezTo>
                <a:lnTo>
                  <a:pt x="1109501" y="1770206"/>
                </a:lnTo>
                <a:cubicBezTo>
                  <a:pt x="1168557" y="1433878"/>
                  <a:pt x="1433841" y="1168557"/>
                  <a:pt x="1770206" y="1109501"/>
                </a:cubicBezTo>
                <a:close/>
              </a:path>
            </a:pathLst>
          </a:custGeom>
          <a:solidFill>
            <a:srgbClr val="FFFFFF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1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EA49892-E75D-003B-61F9-7CF34B8BF8A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6851673" y="181300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66" indent="0">
              <a:buFont typeface="Arial" panose="020B0604020202020204" pitchFamily="34" charset="0"/>
              <a:buNone/>
              <a:defRPr sz="1333"/>
            </a:lvl2pPr>
            <a:lvl3pPr marL="914330" indent="0">
              <a:buFont typeface="Arial" panose="020B0604020202020204" pitchFamily="34" charset="0"/>
              <a:buNone/>
              <a:defRPr sz="1333"/>
            </a:lvl3pPr>
            <a:lvl4pPr marL="1371496" indent="0">
              <a:buFont typeface="Arial" panose="020B0604020202020204" pitchFamily="34" charset="0"/>
              <a:buNone/>
              <a:defRPr sz="1333"/>
            </a:lvl4pPr>
            <a:lvl5pPr marL="1828664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7B652BE6-289C-58B6-4DA0-2EB701E8E07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9691372" y="181300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66" indent="0">
              <a:buFont typeface="Arial" panose="020B0604020202020204" pitchFamily="34" charset="0"/>
              <a:buNone/>
              <a:defRPr sz="1333"/>
            </a:lvl2pPr>
            <a:lvl3pPr marL="914330" indent="0">
              <a:buFont typeface="Arial" panose="020B0604020202020204" pitchFamily="34" charset="0"/>
              <a:buNone/>
              <a:defRPr sz="1333"/>
            </a:lvl3pPr>
            <a:lvl4pPr marL="1371496" indent="0">
              <a:buFont typeface="Arial" panose="020B0604020202020204" pitchFamily="34" charset="0"/>
              <a:buNone/>
              <a:defRPr sz="1333"/>
            </a:lvl4pPr>
            <a:lvl5pPr marL="1828664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085DD859-A1FB-2E66-5EE6-DEAB5934B9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6851673" y="501276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66" indent="0">
              <a:buFont typeface="Arial" panose="020B0604020202020204" pitchFamily="34" charset="0"/>
              <a:buNone/>
              <a:defRPr sz="1333"/>
            </a:lvl2pPr>
            <a:lvl3pPr marL="914330" indent="0">
              <a:buFont typeface="Arial" panose="020B0604020202020204" pitchFamily="34" charset="0"/>
              <a:buNone/>
              <a:defRPr sz="1333"/>
            </a:lvl3pPr>
            <a:lvl4pPr marL="1371496" indent="0">
              <a:buFont typeface="Arial" panose="020B0604020202020204" pitchFamily="34" charset="0"/>
              <a:buNone/>
              <a:defRPr sz="1333"/>
            </a:lvl4pPr>
            <a:lvl5pPr marL="1828664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065B4E04-E8DA-3F86-AC43-1964D9ADC5A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9691372" y="501276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66" indent="0">
              <a:buFont typeface="Arial" panose="020B0604020202020204" pitchFamily="34" charset="0"/>
              <a:buNone/>
              <a:defRPr sz="1333"/>
            </a:lvl2pPr>
            <a:lvl3pPr marL="914330" indent="0">
              <a:buFont typeface="Arial" panose="020B0604020202020204" pitchFamily="34" charset="0"/>
              <a:buNone/>
              <a:defRPr sz="1333"/>
            </a:lvl3pPr>
            <a:lvl4pPr marL="1371496" indent="0">
              <a:buFont typeface="Arial" panose="020B0604020202020204" pitchFamily="34" charset="0"/>
              <a:buNone/>
              <a:defRPr sz="1333"/>
            </a:lvl4pPr>
            <a:lvl5pPr marL="1828664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09392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5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 userDrawn="1"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03D6D9E-FA47-633E-69C3-046B357AEC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380" y="1240152"/>
            <a:ext cx="11235421" cy="4733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86995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48CF3F-C310-A798-3FC5-A1091EC24F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12" r="2103"/>
          <a:stretch/>
        </p:blipFill>
        <p:spPr>
          <a:xfrm flipH="1">
            <a:off x="1133473" y="657276"/>
            <a:ext cx="11058523" cy="620072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A0F37DD-1BE1-1AE7-5545-AEDAA9BD3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77ABC60-1015-CA7D-6165-EAB4CE2A7F00}"/>
              </a:ext>
            </a:extLst>
          </p:cNvPr>
          <p:cNvGrpSpPr/>
          <p:nvPr/>
        </p:nvGrpSpPr>
        <p:grpSpPr>
          <a:xfrm>
            <a:off x="445174" y="2002465"/>
            <a:ext cx="3741293" cy="2851865"/>
            <a:chOff x="435649" y="2002465"/>
            <a:chExt cx="3741293" cy="285186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3AC36E-B320-78DD-E691-BE855821E7FE}"/>
                </a:ext>
              </a:extLst>
            </p:cNvPr>
            <p:cNvSpPr txBox="1"/>
            <p:nvPr userDrawn="1"/>
          </p:nvSpPr>
          <p:spPr>
            <a:xfrm>
              <a:off x="2111803" y="2805752"/>
              <a:ext cx="2065139" cy="12464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500">
                  <a:solidFill>
                    <a:schemeClr val="bg1"/>
                  </a:solidFill>
                </a:rPr>
                <a:t>Purposeful. </a:t>
              </a:r>
            </a:p>
            <a:p>
              <a:r>
                <a:rPr lang="en-IN" sz="2500">
                  <a:solidFill>
                    <a:schemeClr val="bg1"/>
                  </a:solidFill>
                </a:rPr>
                <a:t>Agile.</a:t>
              </a:r>
            </a:p>
            <a:p>
              <a:r>
                <a:rPr lang="en-IN" sz="2500">
                  <a:solidFill>
                    <a:schemeClr val="bg1"/>
                  </a:solidFill>
                </a:rPr>
                <a:t>Innovation.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F5173B0F-EFDF-09D6-E856-07569D6567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435649" y="2002465"/>
              <a:ext cx="3074351" cy="2851865"/>
            </a:xfrm>
            <a:custGeom>
              <a:avLst/>
              <a:gdLst>
                <a:gd name="connsiteX0" fmla="*/ 0 w 3074351"/>
                <a:gd name="connsiteY0" fmla="*/ 0 h 2851865"/>
                <a:gd name="connsiteX1" fmla="*/ 3074351 w 3074351"/>
                <a:gd name="connsiteY1" fmla="*/ 0 h 2851865"/>
                <a:gd name="connsiteX2" fmla="*/ 3074351 w 3074351"/>
                <a:gd name="connsiteY2" fmla="*/ 883610 h 2851865"/>
                <a:gd name="connsiteX3" fmla="*/ 1603216 w 3074351"/>
                <a:gd name="connsiteY3" fmla="*/ 883610 h 2851865"/>
                <a:gd name="connsiteX4" fmla="*/ 1603216 w 3074351"/>
                <a:gd name="connsiteY4" fmla="*/ 2030732 h 2851865"/>
                <a:gd name="connsiteX5" fmla="*/ 3074351 w 3074351"/>
                <a:gd name="connsiteY5" fmla="*/ 2030732 h 2851865"/>
                <a:gd name="connsiteX6" fmla="*/ 3074351 w 3074351"/>
                <a:gd name="connsiteY6" fmla="*/ 2851865 h 2851865"/>
                <a:gd name="connsiteX7" fmla="*/ 0 w 3074351"/>
                <a:gd name="connsiteY7" fmla="*/ 2851865 h 285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74351" h="2851865">
                  <a:moveTo>
                    <a:pt x="0" y="0"/>
                  </a:moveTo>
                  <a:lnTo>
                    <a:pt x="3074351" y="0"/>
                  </a:lnTo>
                  <a:lnTo>
                    <a:pt x="3074351" y="883610"/>
                  </a:lnTo>
                  <a:lnTo>
                    <a:pt x="1603216" y="883610"/>
                  </a:lnTo>
                  <a:lnTo>
                    <a:pt x="1603216" y="2030732"/>
                  </a:lnTo>
                  <a:lnTo>
                    <a:pt x="3074351" y="2030732"/>
                  </a:lnTo>
                  <a:lnTo>
                    <a:pt x="3074351" y="2851865"/>
                  </a:lnTo>
                  <a:lnTo>
                    <a:pt x="0" y="2851865"/>
                  </a:lnTo>
                  <a:close/>
                </a:path>
              </a:pathLst>
            </a:custGeom>
          </p:spPr>
        </p:pic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59008247-9F77-9210-4624-46F9D72FD9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985124" y="503024"/>
            <a:ext cx="2776539" cy="15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3081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565234-79ED-EA4B-4DF1-B74DF44C0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1579" y="1622197"/>
            <a:ext cx="5461833" cy="3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80623EE-1C49-6FBD-980E-952FF29794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4433" y="1622197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BD941E4D-9A8C-6DE6-F2F1-AE06A2A4A63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51579" y="2367877"/>
            <a:ext cx="5461833" cy="3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798B33DB-ACF1-5019-41C9-0B0BB978A3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4433" y="2367877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69D71781-5D6F-BE23-39CD-92CE4BF4908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46124" y="3118192"/>
            <a:ext cx="5461833" cy="344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DF04471C-C0C9-9BA0-4022-EEC00A6589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8978" y="3118192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79B9FAEF-2B3D-19F0-E898-109B1DF5795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46124" y="3863872"/>
            <a:ext cx="5461833" cy="344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9">
            <a:extLst>
              <a:ext uri="{FF2B5EF4-FFF2-40B4-BE49-F238E27FC236}">
                <a16:creationId xmlns:a16="http://schemas.microsoft.com/office/drawing/2014/main" id="{9E419D21-2BB7-FDD4-2D06-A60C781F23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978" y="3863872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63B2118-6AD0-673E-4018-789C34AE388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520146" y="4636515"/>
            <a:ext cx="5461833" cy="3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9">
            <a:extLst>
              <a:ext uri="{FF2B5EF4-FFF2-40B4-BE49-F238E27FC236}">
                <a16:creationId xmlns:a16="http://schemas.microsoft.com/office/drawing/2014/main" id="{C8AE2EF7-3214-44BB-0A70-5447DA425C7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3000" y="4636515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80E41B5-23E6-838E-6193-7D0BE7A042C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20146" y="5393977"/>
            <a:ext cx="5461833" cy="344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9">
            <a:extLst>
              <a:ext uri="{FF2B5EF4-FFF2-40B4-BE49-F238E27FC236}">
                <a16:creationId xmlns:a16="http://schemas.microsoft.com/office/drawing/2014/main" id="{71403852-7822-1472-E0FE-6395E3292B3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3000" y="5393977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5BA37C79-117E-EAFA-0437-6FF7377EFC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8A11A5F-046F-1162-8E74-2ED4AF297222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309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6262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7">
            <a:extLst>
              <a:ext uri="{FF2B5EF4-FFF2-40B4-BE49-F238E27FC236}">
                <a16:creationId xmlns:a16="http://schemas.microsoft.com/office/drawing/2014/main" id="{9370DF6C-9269-8428-5E5B-18C0A805FD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82297" y="0"/>
            <a:ext cx="3425850" cy="6326841"/>
          </a:xfrm>
          <a:prstGeom prst="rect">
            <a:avLst/>
          </a:prstGeom>
          <a:solidFill>
            <a:schemeClr val="tx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BBF3F82-3C53-C5AA-C727-A678218BE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8016809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A205C-1567-9FA3-6293-D586C20FB46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3550" y="1136650"/>
            <a:ext cx="7543800" cy="50450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9DB15C-D830-ED32-C760-5A4A2DA84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0F58A13-E354-80D4-3CDF-0E089C009C19}"/>
              </a:ext>
            </a:extLst>
          </p:cNvPr>
          <p:cNvSpPr/>
          <p:nvPr/>
        </p:nvSpPr>
        <p:spPr>
          <a:xfrm>
            <a:off x="460600" y="830468"/>
            <a:ext cx="7543800" cy="457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849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BE671D-AEDF-7BF0-591E-A3BB7E2B2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6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7EA5C-0C88-9937-471C-F2EEC0B1795E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1ADF-9314-16CC-B03D-64962E3D5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5CD9221-7207-3E34-612E-00A95D782B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9379" y="1495963"/>
            <a:ext cx="4581525" cy="4733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4pPr>
            <a:lvl5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reeform: Shape 4">
            <a:extLst>
              <a:ext uri="{FF2B5EF4-FFF2-40B4-BE49-F238E27FC236}">
                <a16:creationId xmlns:a16="http://schemas.microsoft.com/office/drawing/2014/main" id="{0FE3AEBB-EE1B-2785-DE65-26BA92B477A2}"/>
              </a:ext>
            </a:extLst>
          </p:cNvPr>
          <p:cNvSpPr/>
          <p:nvPr/>
        </p:nvSpPr>
        <p:spPr>
          <a:xfrm>
            <a:off x="7964871" y="2617385"/>
            <a:ext cx="907957" cy="907957"/>
          </a:xfrm>
          <a:custGeom>
            <a:avLst/>
            <a:gdLst>
              <a:gd name="connsiteX0" fmla="*/ 660705 w 660704"/>
              <a:gd name="connsiteY0" fmla="*/ 243793 h 660704"/>
              <a:gd name="connsiteX1" fmla="*/ 660705 w 660704"/>
              <a:gd name="connsiteY1" fmla="*/ 0 h 660704"/>
              <a:gd name="connsiteX2" fmla="*/ 0 w 660704"/>
              <a:gd name="connsiteY2" fmla="*/ 660705 h 660704"/>
              <a:gd name="connsiteX3" fmla="*/ 243793 w 660704"/>
              <a:gd name="connsiteY3" fmla="*/ 660705 h 660704"/>
              <a:gd name="connsiteX4" fmla="*/ 660705 w 660704"/>
              <a:gd name="connsiteY4" fmla="*/ 243793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660705" y="243793"/>
                </a:moveTo>
                <a:lnTo>
                  <a:pt x="660705" y="0"/>
                </a:lnTo>
                <a:cubicBezTo>
                  <a:pt x="324376" y="59055"/>
                  <a:pt x="59055" y="324339"/>
                  <a:pt x="0" y="660705"/>
                </a:cubicBezTo>
                <a:lnTo>
                  <a:pt x="243793" y="660705"/>
                </a:lnTo>
                <a:cubicBezTo>
                  <a:pt x="285885" y="451024"/>
                  <a:pt x="451024" y="285885"/>
                  <a:pt x="660705" y="24379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6">
            <a:extLst>
              <a:ext uri="{FF2B5EF4-FFF2-40B4-BE49-F238E27FC236}">
                <a16:creationId xmlns:a16="http://schemas.microsoft.com/office/drawing/2014/main" id="{237CEC14-F9EA-5671-74A5-62D60CA84D57}"/>
              </a:ext>
            </a:extLst>
          </p:cNvPr>
          <p:cNvSpPr/>
          <p:nvPr/>
        </p:nvSpPr>
        <p:spPr>
          <a:xfrm>
            <a:off x="9162559" y="2617385"/>
            <a:ext cx="907957" cy="907957"/>
          </a:xfrm>
          <a:custGeom>
            <a:avLst/>
            <a:gdLst>
              <a:gd name="connsiteX0" fmla="*/ 416912 w 660704"/>
              <a:gd name="connsiteY0" fmla="*/ 660705 h 660704"/>
              <a:gd name="connsiteX1" fmla="*/ 660705 w 660704"/>
              <a:gd name="connsiteY1" fmla="*/ 660705 h 660704"/>
              <a:gd name="connsiteX2" fmla="*/ 0 w 660704"/>
              <a:gd name="connsiteY2" fmla="*/ 0 h 660704"/>
              <a:gd name="connsiteX3" fmla="*/ 0 w 660704"/>
              <a:gd name="connsiteY3" fmla="*/ 243793 h 660704"/>
              <a:gd name="connsiteX4" fmla="*/ 416912 w 660704"/>
              <a:gd name="connsiteY4" fmla="*/ 660705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416912" y="660705"/>
                </a:moveTo>
                <a:lnTo>
                  <a:pt x="660705" y="660705"/>
                </a:lnTo>
                <a:cubicBezTo>
                  <a:pt x="601649" y="324376"/>
                  <a:pt x="336365" y="59055"/>
                  <a:pt x="0" y="0"/>
                </a:cubicBezTo>
                <a:lnTo>
                  <a:pt x="0" y="243793"/>
                </a:lnTo>
                <a:cubicBezTo>
                  <a:pt x="209681" y="285885"/>
                  <a:pt x="374820" y="451024"/>
                  <a:pt x="416912" y="66070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7">
            <a:extLst>
              <a:ext uri="{FF2B5EF4-FFF2-40B4-BE49-F238E27FC236}">
                <a16:creationId xmlns:a16="http://schemas.microsoft.com/office/drawing/2014/main" id="{1BE00EBC-5A78-B680-9AC0-6B356B9787BC}"/>
              </a:ext>
            </a:extLst>
          </p:cNvPr>
          <p:cNvSpPr/>
          <p:nvPr/>
        </p:nvSpPr>
        <p:spPr>
          <a:xfrm>
            <a:off x="6440165" y="3815124"/>
            <a:ext cx="2432663" cy="2432613"/>
          </a:xfrm>
          <a:custGeom>
            <a:avLst/>
            <a:gdLst>
              <a:gd name="connsiteX0" fmla="*/ 1770206 w 1770205"/>
              <a:gd name="connsiteY0" fmla="*/ 660668 h 1770168"/>
              <a:gd name="connsiteX1" fmla="*/ 1770206 w 1770205"/>
              <a:gd name="connsiteY1" fmla="*/ 1593152 h 1770168"/>
              <a:gd name="connsiteX2" fmla="*/ 1593189 w 1770205"/>
              <a:gd name="connsiteY2" fmla="*/ 1770169 h 1770168"/>
              <a:gd name="connsiteX3" fmla="*/ 177017 w 1770205"/>
              <a:gd name="connsiteY3" fmla="*/ 1770169 h 1770168"/>
              <a:gd name="connsiteX4" fmla="*/ 0 w 1770205"/>
              <a:gd name="connsiteY4" fmla="*/ 1593152 h 1770168"/>
              <a:gd name="connsiteX5" fmla="*/ 0 w 1770205"/>
              <a:gd name="connsiteY5" fmla="*/ 177017 h 1770168"/>
              <a:gd name="connsiteX6" fmla="*/ 177017 w 1770205"/>
              <a:gd name="connsiteY6" fmla="*/ 0 h 1770168"/>
              <a:gd name="connsiteX7" fmla="*/ 1109501 w 1770205"/>
              <a:gd name="connsiteY7" fmla="*/ 0 h 1770168"/>
              <a:gd name="connsiteX8" fmla="*/ 1770206 w 1770205"/>
              <a:gd name="connsiteY8" fmla="*/ 660705 h 177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168">
                <a:moveTo>
                  <a:pt x="1770206" y="660668"/>
                </a:moveTo>
                <a:lnTo>
                  <a:pt x="1770206" y="1593152"/>
                </a:lnTo>
                <a:cubicBezTo>
                  <a:pt x="1770206" y="1690922"/>
                  <a:pt x="1690959" y="1770169"/>
                  <a:pt x="1593189" y="1770169"/>
                </a:cubicBezTo>
                <a:lnTo>
                  <a:pt x="177017" y="1770169"/>
                </a:lnTo>
                <a:cubicBezTo>
                  <a:pt x="79247" y="1770169"/>
                  <a:pt x="0" y="1690922"/>
                  <a:pt x="0" y="1593152"/>
                </a:cubicBezTo>
                <a:lnTo>
                  <a:pt x="0" y="177017"/>
                </a:lnTo>
                <a:cubicBezTo>
                  <a:pt x="0" y="79248"/>
                  <a:pt x="79247" y="0"/>
                  <a:pt x="177017" y="0"/>
                </a:cubicBezTo>
                <a:lnTo>
                  <a:pt x="1109501" y="0"/>
                </a:lnTo>
                <a:cubicBezTo>
                  <a:pt x="1168557" y="336329"/>
                  <a:pt x="1433841" y="601650"/>
                  <a:pt x="1770206" y="660705"/>
                </a:cubicBezTo>
                <a:close/>
              </a:path>
            </a:pathLst>
          </a:custGeom>
          <a:solidFill>
            <a:srgbClr val="112868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8">
            <a:extLst>
              <a:ext uri="{FF2B5EF4-FFF2-40B4-BE49-F238E27FC236}">
                <a16:creationId xmlns:a16="http://schemas.microsoft.com/office/drawing/2014/main" id="{0AFD9F20-1D54-08A0-8520-4CF9AFD78AC8}"/>
              </a:ext>
            </a:extLst>
          </p:cNvPr>
          <p:cNvSpPr/>
          <p:nvPr/>
        </p:nvSpPr>
        <p:spPr>
          <a:xfrm>
            <a:off x="7964871" y="3815124"/>
            <a:ext cx="907957" cy="907957"/>
          </a:xfrm>
          <a:custGeom>
            <a:avLst/>
            <a:gdLst>
              <a:gd name="connsiteX0" fmla="*/ 243793 w 660704"/>
              <a:gd name="connsiteY0" fmla="*/ 0 h 660704"/>
              <a:gd name="connsiteX1" fmla="*/ 0 w 660704"/>
              <a:gd name="connsiteY1" fmla="*/ 0 h 660704"/>
              <a:gd name="connsiteX2" fmla="*/ 660705 w 660704"/>
              <a:gd name="connsiteY2" fmla="*/ 660705 h 660704"/>
              <a:gd name="connsiteX3" fmla="*/ 660705 w 660704"/>
              <a:gd name="connsiteY3" fmla="*/ 416912 h 660704"/>
              <a:gd name="connsiteX4" fmla="*/ 243793 w 660704"/>
              <a:gd name="connsiteY4" fmla="*/ 0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243793" y="0"/>
                </a:moveTo>
                <a:lnTo>
                  <a:pt x="0" y="0"/>
                </a:lnTo>
                <a:cubicBezTo>
                  <a:pt x="59055" y="336329"/>
                  <a:pt x="324339" y="601650"/>
                  <a:pt x="660705" y="660705"/>
                </a:cubicBezTo>
                <a:lnTo>
                  <a:pt x="660705" y="416912"/>
                </a:lnTo>
                <a:cubicBezTo>
                  <a:pt x="451061" y="374820"/>
                  <a:pt x="285885" y="209681"/>
                  <a:pt x="24379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3" name="Graphic 3">
            <a:extLst>
              <a:ext uri="{FF2B5EF4-FFF2-40B4-BE49-F238E27FC236}">
                <a16:creationId xmlns:a16="http://schemas.microsoft.com/office/drawing/2014/main" id="{A2D630E5-B9B6-873D-E2F8-B5114E70EC95}"/>
              </a:ext>
            </a:extLst>
          </p:cNvPr>
          <p:cNvGrpSpPr/>
          <p:nvPr/>
        </p:nvGrpSpPr>
        <p:grpSpPr>
          <a:xfrm>
            <a:off x="9162508" y="3815074"/>
            <a:ext cx="2432663" cy="2432663"/>
            <a:chOff x="2979456" y="3873439"/>
            <a:chExt cx="1770205" cy="1770205"/>
          </a:xfrm>
          <a:solidFill>
            <a:srgbClr val="112868"/>
          </a:solidFill>
        </p:grpSpPr>
        <p:sp>
          <p:nvSpPr>
            <p:cNvPr id="24" name="Freeform: Shape 18">
              <a:extLst>
                <a:ext uri="{FF2B5EF4-FFF2-40B4-BE49-F238E27FC236}">
                  <a16:creationId xmlns:a16="http://schemas.microsoft.com/office/drawing/2014/main" id="{0EC0D9AA-7858-D358-8B21-C930F99EA884}"/>
                </a:ext>
              </a:extLst>
            </p:cNvPr>
            <p:cNvSpPr/>
            <p:nvPr/>
          </p:nvSpPr>
          <p:spPr>
            <a:xfrm>
              <a:off x="2979456" y="3873476"/>
              <a:ext cx="1770205" cy="1770168"/>
            </a:xfrm>
            <a:custGeom>
              <a:avLst/>
              <a:gdLst>
                <a:gd name="connsiteX0" fmla="*/ 37 w 1770205"/>
                <a:gd name="connsiteY0" fmla="*/ 660668 h 1770168"/>
                <a:gd name="connsiteX1" fmla="*/ 37 w 1770205"/>
                <a:gd name="connsiteY1" fmla="*/ 1593152 h 1770168"/>
                <a:gd name="connsiteX2" fmla="*/ 177054 w 1770205"/>
                <a:gd name="connsiteY2" fmla="*/ 1770169 h 1770168"/>
                <a:gd name="connsiteX3" fmla="*/ 1593189 w 1770205"/>
                <a:gd name="connsiteY3" fmla="*/ 1770169 h 1770168"/>
                <a:gd name="connsiteX4" fmla="*/ 1770206 w 1770205"/>
                <a:gd name="connsiteY4" fmla="*/ 1593152 h 1770168"/>
                <a:gd name="connsiteX5" fmla="*/ 1770206 w 1770205"/>
                <a:gd name="connsiteY5" fmla="*/ 177017 h 1770168"/>
                <a:gd name="connsiteX6" fmla="*/ 1593189 w 1770205"/>
                <a:gd name="connsiteY6" fmla="*/ 0 h 1770168"/>
                <a:gd name="connsiteX7" fmla="*/ 660705 w 1770205"/>
                <a:gd name="connsiteY7" fmla="*/ 0 h 1770168"/>
                <a:gd name="connsiteX8" fmla="*/ 0 w 1770205"/>
                <a:gd name="connsiteY8" fmla="*/ 660705 h 1770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0205" h="1770168">
                  <a:moveTo>
                    <a:pt x="37" y="660668"/>
                  </a:moveTo>
                  <a:lnTo>
                    <a:pt x="37" y="1593152"/>
                  </a:lnTo>
                  <a:cubicBezTo>
                    <a:pt x="37" y="1690922"/>
                    <a:pt x="79285" y="1770169"/>
                    <a:pt x="177054" y="1770169"/>
                  </a:cubicBezTo>
                  <a:lnTo>
                    <a:pt x="1593189" y="1770169"/>
                  </a:lnTo>
                  <a:cubicBezTo>
                    <a:pt x="1690959" y="1770169"/>
                    <a:pt x="1770206" y="1690922"/>
                    <a:pt x="1770206" y="1593152"/>
                  </a:cubicBezTo>
                  <a:lnTo>
                    <a:pt x="1770206" y="177017"/>
                  </a:lnTo>
                  <a:cubicBezTo>
                    <a:pt x="1770206" y="79248"/>
                    <a:pt x="1690959" y="0"/>
                    <a:pt x="1593189" y="0"/>
                  </a:cubicBezTo>
                  <a:lnTo>
                    <a:pt x="660705" y="0"/>
                  </a:lnTo>
                  <a:cubicBezTo>
                    <a:pt x="601649" y="336329"/>
                    <a:pt x="336365" y="601650"/>
                    <a:pt x="0" y="660705"/>
                  </a:cubicBezTo>
                  <a:close/>
                </a:path>
              </a:pathLst>
            </a:custGeom>
            <a:grpFill/>
            <a:ln w="3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9">
              <a:extLst>
                <a:ext uri="{FF2B5EF4-FFF2-40B4-BE49-F238E27FC236}">
                  <a16:creationId xmlns:a16="http://schemas.microsoft.com/office/drawing/2014/main" id="{F28E7DFB-E0BF-5D01-30C3-76BD84CFC223}"/>
                </a:ext>
              </a:extLst>
            </p:cNvPr>
            <p:cNvSpPr/>
            <p:nvPr/>
          </p:nvSpPr>
          <p:spPr>
            <a:xfrm>
              <a:off x="2979493" y="3873439"/>
              <a:ext cx="660704" cy="660704"/>
            </a:xfrm>
            <a:custGeom>
              <a:avLst/>
              <a:gdLst>
                <a:gd name="connsiteX0" fmla="*/ 0 w 660704"/>
                <a:gd name="connsiteY0" fmla="*/ 416912 h 660704"/>
                <a:gd name="connsiteX1" fmla="*/ 0 w 660704"/>
                <a:gd name="connsiteY1" fmla="*/ 660705 h 660704"/>
                <a:gd name="connsiteX2" fmla="*/ 660705 w 660704"/>
                <a:gd name="connsiteY2" fmla="*/ 0 h 660704"/>
                <a:gd name="connsiteX3" fmla="*/ 416912 w 660704"/>
                <a:gd name="connsiteY3" fmla="*/ 0 h 660704"/>
                <a:gd name="connsiteX4" fmla="*/ 0 w 660704"/>
                <a:gd name="connsiteY4" fmla="*/ 416912 h 66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0704" h="660704">
                  <a:moveTo>
                    <a:pt x="0" y="416912"/>
                  </a:moveTo>
                  <a:lnTo>
                    <a:pt x="0" y="660705"/>
                  </a:lnTo>
                  <a:cubicBezTo>
                    <a:pt x="336328" y="601649"/>
                    <a:pt x="601649" y="336365"/>
                    <a:pt x="660705" y="0"/>
                  </a:cubicBezTo>
                  <a:lnTo>
                    <a:pt x="416912" y="0"/>
                  </a:lnTo>
                  <a:cubicBezTo>
                    <a:pt x="374820" y="209644"/>
                    <a:pt x="209681" y="374820"/>
                    <a:pt x="0" y="416912"/>
                  </a:cubicBezTo>
                  <a:close/>
                </a:path>
              </a:pathLst>
            </a:custGeom>
            <a:solidFill>
              <a:srgbClr val="D9D9D9"/>
            </a:solidFill>
            <a:ln w="3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Freeform: Shape 10">
            <a:extLst>
              <a:ext uri="{FF2B5EF4-FFF2-40B4-BE49-F238E27FC236}">
                <a16:creationId xmlns:a16="http://schemas.microsoft.com/office/drawing/2014/main" id="{FA578EC7-751B-9665-0C4A-5342F402CBAF}"/>
              </a:ext>
            </a:extLst>
          </p:cNvPr>
          <p:cNvSpPr/>
          <p:nvPr/>
        </p:nvSpPr>
        <p:spPr>
          <a:xfrm>
            <a:off x="9162507" y="1092679"/>
            <a:ext cx="2432663" cy="2432663"/>
          </a:xfrm>
          <a:custGeom>
            <a:avLst/>
            <a:gdLst>
              <a:gd name="connsiteX0" fmla="*/ 37 w 1770205"/>
              <a:gd name="connsiteY0" fmla="*/ 1109501 h 1770205"/>
              <a:gd name="connsiteX1" fmla="*/ 37 w 1770205"/>
              <a:gd name="connsiteY1" fmla="*/ 177017 h 1770205"/>
              <a:gd name="connsiteX2" fmla="*/ 177054 w 1770205"/>
              <a:gd name="connsiteY2" fmla="*/ 0 h 1770205"/>
              <a:gd name="connsiteX3" fmla="*/ 1593189 w 1770205"/>
              <a:gd name="connsiteY3" fmla="*/ 0 h 1770205"/>
              <a:gd name="connsiteX4" fmla="*/ 1770206 w 1770205"/>
              <a:gd name="connsiteY4" fmla="*/ 177017 h 1770205"/>
              <a:gd name="connsiteX5" fmla="*/ 1770206 w 1770205"/>
              <a:gd name="connsiteY5" fmla="*/ 1593189 h 1770205"/>
              <a:gd name="connsiteX6" fmla="*/ 1593189 w 1770205"/>
              <a:gd name="connsiteY6" fmla="*/ 1770206 h 1770205"/>
              <a:gd name="connsiteX7" fmla="*/ 660705 w 1770205"/>
              <a:gd name="connsiteY7" fmla="*/ 1770206 h 1770205"/>
              <a:gd name="connsiteX8" fmla="*/ 0 w 1770205"/>
              <a:gd name="connsiteY8" fmla="*/ 1109501 h 17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205">
                <a:moveTo>
                  <a:pt x="37" y="1109501"/>
                </a:moveTo>
                <a:lnTo>
                  <a:pt x="37" y="177017"/>
                </a:lnTo>
                <a:cubicBezTo>
                  <a:pt x="37" y="79247"/>
                  <a:pt x="79285" y="0"/>
                  <a:pt x="177054" y="0"/>
                </a:cubicBezTo>
                <a:lnTo>
                  <a:pt x="1593189" y="0"/>
                </a:lnTo>
                <a:cubicBezTo>
                  <a:pt x="1690959" y="0"/>
                  <a:pt x="1770206" y="79247"/>
                  <a:pt x="1770206" y="177017"/>
                </a:cubicBezTo>
                <a:lnTo>
                  <a:pt x="1770206" y="1593189"/>
                </a:lnTo>
                <a:cubicBezTo>
                  <a:pt x="1770206" y="1690959"/>
                  <a:pt x="1690959" y="1770206"/>
                  <a:pt x="1593189" y="1770206"/>
                </a:cubicBezTo>
                <a:lnTo>
                  <a:pt x="660705" y="1770206"/>
                </a:lnTo>
                <a:cubicBezTo>
                  <a:pt x="601649" y="1433878"/>
                  <a:pt x="336365" y="1168557"/>
                  <a:pt x="0" y="1109501"/>
                </a:cubicBezTo>
                <a:close/>
              </a:path>
            </a:pathLst>
          </a:custGeom>
          <a:solidFill>
            <a:srgbClr val="112868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11">
            <a:extLst>
              <a:ext uri="{FF2B5EF4-FFF2-40B4-BE49-F238E27FC236}">
                <a16:creationId xmlns:a16="http://schemas.microsoft.com/office/drawing/2014/main" id="{61CB2EE3-EBC1-5E9D-F171-1DFF6C86B3BB}"/>
              </a:ext>
            </a:extLst>
          </p:cNvPr>
          <p:cNvSpPr/>
          <p:nvPr/>
        </p:nvSpPr>
        <p:spPr>
          <a:xfrm>
            <a:off x="6440165" y="1092679"/>
            <a:ext cx="2432663" cy="2432663"/>
          </a:xfrm>
          <a:custGeom>
            <a:avLst/>
            <a:gdLst>
              <a:gd name="connsiteX0" fmla="*/ 1770206 w 1770205"/>
              <a:gd name="connsiteY0" fmla="*/ 1109501 h 1770205"/>
              <a:gd name="connsiteX1" fmla="*/ 1770206 w 1770205"/>
              <a:gd name="connsiteY1" fmla="*/ 177017 h 1770205"/>
              <a:gd name="connsiteX2" fmla="*/ 1593189 w 1770205"/>
              <a:gd name="connsiteY2" fmla="*/ 0 h 1770205"/>
              <a:gd name="connsiteX3" fmla="*/ 177017 w 1770205"/>
              <a:gd name="connsiteY3" fmla="*/ 0 h 1770205"/>
              <a:gd name="connsiteX4" fmla="*/ 0 w 1770205"/>
              <a:gd name="connsiteY4" fmla="*/ 177017 h 1770205"/>
              <a:gd name="connsiteX5" fmla="*/ 0 w 1770205"/>
              <a:gd name="connsiteY5" fmla="*/ 1593189 h 1770205"/>
              <a:gd name="connsiteX6" fmla="*/ 177017 w 1770205"/>
              <a:gd name="connsiteY6" fmla="*/ 1770206 h 1770205"/>
              <a:gd name="connsiteX7" fmla="*/ 1109501 w 1770205"/>
              <a:gd name="connsiteY7" fmla="*/ 1770206 h 1770205"/>
              <a:gd name="connsiteX8" fmla="*/ 1770206 w 1770205"/>
              <a:gd name="connsiteY8" fmla="*/ 1109501 h 17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205">
                <a:moveTo>
                  <a:pt x="1770206" y="1109501"/>
                </a:moveTo>
                <a:lnTo>
                  <a:pt x="1770206" y="177017"/>
                </a:lnTo>
                <a:cubicBezTo>
                  <a:pt x="1770206" y="79247"/>
                  <a:pt x="1690959" y="0"/>
                  <a:pt x="1593189" y="0"/>
                </a:cubicBezTo>
                <a:lnTo>
                  <a:pt x="177017" y="0"/>
                </a:lnTo>
                <a:cubicBezTo>
                  <a:pt x="79247" y="0"/>
                  <a:pt x="0" y="79247"/>
                  <a:pt x="0" y="177017"/>
                </a:cubicBezTo>
                <a:lnTo>
                  <a:pt x="0" y="1593189"/>
                </a:lnTo>
                <a:cubicBezTo>
                  <a:pt x="0" y="1690959"/>
                  <a:pt x="79247" y="1770206"/>
                  <a:pt x="177017" y="1770206"/>
                </a:cubicBezTo>
                <a:lnTo>
                  <a:pt x="1109501" y="1770206"/>
                </a:lnTo>
                <a:cubicBezTo>
                  <a:pt x="1168557" y="1433878"/>
                  <a:pt x="1433841" y="1168557"/>
                  <a:pt x="1770206" y="1109501"/>
                </a:cubicBezTo>
                <a:close/>
              </a:path>
            </a:pathLst>
          </a:custGeom>
          <a:solidFill>
            <a:srgbClr val="112868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92621867-14EA-4782-0CA1-8797BBDB37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6851673" y="1813002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2D63064F-DC52-C086-9749-2F68FDDD918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9691372" y="1813002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D8B53E64-9F4F-B9CB-C082-4025FCB2757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6851673" y="501276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60E9E251-263F-BC17-F837-65F4CF3AA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9691372" y="501276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7682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BE671D-AEDF-7BF0-591E-A3BB7E2B2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6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7EA5C-0C88-9937-471C-F2EEC0B1795E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1ADF-9314-16CC-B03D-64962E3D5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2" name="Picture Placeholder 37">
            <a:extLst>
              <a:ext uri="{FF2B5EF4-FFF2-40B4-BE49-F238E27FC236}">
                <a16:creationId xmlns:a16="http://schemas.microsoft.com/office/drawing/2014/main" id="{74E9F594-32F8-B0ED-D32D-226BC0D86C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2618" y="977038"/>
            <a:ext cx="3584927" cy="53017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3762484-E660-13E9-DF50-3440CC059CB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4454" y="1136650"/>
            <a:ext cx="7381073" cy="5045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21343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BE671D-AEDF-7BF0-591E-A3BB7E2B2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6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7EA5C-0C88-9937-471C-F2EEC0B1795E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1ADF-9314-16CC-B03D-64962E3D5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60D3C4-089A-89DF-003F-080875F761D5}"/>
              </a:ext>
            </a:extLst>
          </p:cNvPr>
          <p:cNvSpPr/>
          <p:nvPr/>
        </p:nvSpPr>
        <p:spPr>
          <a:xfrm>
            <a:off x="0" y="5034875"/>
            <a:ext cx="12008146" cy="1202038"/>
          </a:xfrm>
          <a:prstGeom prst="rect">
            <a:avLst/>
          </a:prstGeom>
          <a:solidFill>
            <a:srgbClr val="11286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37">
            <a:extLst>
              <a:ext uri="{FF2B5EF4-FFF2-40B4-BE49-F238E27FC236}">
                <a16:creationId xmlns:a16="http://schemas.microsoft.com/office/drawing/2014/main" id="{5481EE72-E1CE-5B81-0FE1-0F4F0E4E2B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3554" y="1324451"/>
            <a:ext cx="3954513" cy="2671885"/>
          </a:xfrm>
          <a:prstGeom prst="parallelogram">
            <a:avLst>
              <a:gd name="adj" fmla="val 57192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37">
            <a:extLst>
              <a:ext uri="{FF2B5EF4-FFF2-40B4-BE49-F238E27FC236}">
                <a16:creationId xmlns:a16="http://schemas.microsoft.com/office/drawing/2014/main" id="{59530978-9E15-C6E6-B94A-F280865209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92529" y="1324451"/>
            <a:ext cx="3954513" cy="2671885"/>
          </a:xfrm>
          <a:prstGeom prst="parallelogram">
            <a:avLst>
              <a:gd name="adj" fmla="val 57192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37">
            <a:extLst>
              <a:ext uri="{FF2B5EF4-FFF2-40B4-BE49-F238E27FC236}">
                <a16:creationId xmlns:a16="http://schemas.microsoft.com/office/drawing/2014/main" id="{EDD58B23-E1E0-FE80-776D-665CF7432F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21504" y="1324451"/>
            <a:ext cx="3954513" cy="2671885"/>
          </a:xfrm>
          <a:prstGeom prst="parallelogram">
            <a:avLst>
              <a:gd name="adj" fmla="val 57192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C3116B14-EBED-05EB-D50D-69F3E3EF03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9972" y="5155292"/>
            <a:ext cx="10732057" cy="10175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99BDD8AE-6E2A-13F0-22AA-E6D656BC3F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61303" y="4121325"/>
            <a:ext cx="3107754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3CDBDC34-6B62-EF9F-4A29-2BCDF1E8D4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1303" y="4584130"/>
            <a:ext cx="3107754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F3E660EF-FEA1-BDC5-4E8F-E866E94A74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87354" y="4121325"/>
            <a:ext cx="3107754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C66D7E4C-100F-91D3-C32D-1EE39C56DD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7354" y="4584130"/>
            <a:ext cx="3107754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F20D8902-62FF-7D88-CFA5-ADBD9085AB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21504" y="4121325"/>
            <a:ext cx="3107754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07FDAAC6-2BBC-9EB8-E070-B6B6C26E6B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21504" y="4584130"/>
            <a:ext cx="3107754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9231875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1A485D-92E9-250E-500C-5B1EBBEDFB01}"/>
              </a:ext>
            </a:extLst>
          </p:cNvPr>
          <p:cNvSpPr/>
          <p:nvPr/>
        </p:nvSpPr>
        <p:spPr>
          <a:xfrm>
            <a:off x="6405161" y="1379547"/>
            <a:ext cx="268942" cy="1295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EB93DA-FF19-7480-02CF-BAC6E647C44F}"/>
              </a:ext>
            </a:extLst>
          </p:cNvPr>
          <p:cNvSpPr/>
          <p:nvPr/>
        </p:nvSpPr>
        <p:spPr>
          <a:xfrm>
            <a:off x="9369617" y="1379547"/>
            <a:ext cx="268942" cy="12958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9E6D67-022B-2F68-D195-D56ACFD8945D}"/>
              </a:ext>
            </a:extLst>
          </p:cNvPr>
          <p:cNvSpPr/>
          <p:nvPr/>
        </p:nvSpPr>
        <p:spPr>
          <a:xfrm>
            <a:off x="3440706" y="1379547"/>
            <a:ext cx="268942" cy="1295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A03AC7-6A31-BDCF-D245-CCAA6D2B0AED}"/>
              </a:ext>
            </a:extLst>
          </p:cNvPr>
          <p:cNvSpPr/>
          <p:nvPr/>
        </p:nvSpPr>
        <p:spPr>
          <a:xfrm>
            <a:off x="476250" y="1379547"/>
            <a:ext cx="268942" cy="1295801"/>
          </a:xfrm>
          <a:prstGeom prst="rect">
            <a:avLst/>
          </a:prstGeom>
          <a:solidFill>
            <a:srgbClr val="00AD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39">
            <a:extLst>
              <a:ext uri="{FF2B5EF4-FFF2-40B4-BE49-F238E27FC236}">
                <a16:creationId xmlns:a16="http://schemas.microsoft.com/office/drawing/2014/main" id="{C10EDC7E-0359-3D2A-09A9-9AE603EF5D7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9888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39">
            <a:extLst>
              <a:ext uri="{FF2B5EF4-FFF2-40B4-BE49-F238E27FC236}">
                <a16:creationId xmlns:a16="http://schemas.microsoft.com/office/drawing/2014/main" id="{E88530A2-A524-9A9E-8412-61341D1B53D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07455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39">
            <a:extLst>
              <a:ext uri="{FF2B5EF4-FFF2-40B4-BE49-F238E27FC236}">
                <a16:creationId xmlns:a16="http://schemas.microsoft.com/office/drawing/2014/main" id="{2FF23220-503B-1C2B-C330-2D215232A33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668040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39">
            <a:extLst>
              <a:ext uri="{FF2B5EF4-FFF2-40B4-BE49-F238E27FC236}">
                <a16:creationId xmlns:a16="http://schemas.microsoft.com/office/drawing/2014/main" id="{542B0FB1-9BC6-C2AD-5F4F-2C5459B197E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638559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756F96-692E-2EA1-3324-B4C8E5A83385}"/>
              </a:ext>
            </a:extLst>
          </p:cNvPr>
          <p:cNvSpPr/>
          <p:nvPr/>
        </p:nvSpPr>
        <p:spPr>
          <a:xfrm>
            <a:off x="6405161" y="3888185"/>
            <a:ext cx="268942" cy="1295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60C281-7A80-3859-8FD8-120E6955AC3D}"/>
              </a:ext>
            </a:extLst>
          </p:cNvPr>
          <p:cNvSpPr/>
          <p:nvPr/>
        </p:nvSpPr>
        <p:spPr>
          <a:xfrm>
            <a:off x="9369617" y="3888185"/>
            <a:ext cx="268942" cy="12958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C37457-CEEA-F5A4-005C-9E1027029CBF}"/>
              </a:ext>
            </a:extLst>
          </p:cNvPr>
          <p:cNvSpPr/>
          <p:nvPr/>
        </p:nvSpPr>
        <p:spPr>
          <a:xfrm>
            <a:off x="3440706" y="3888185"/>
            <a:ext cx="268942" cy="1295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753843-3C2D-4E47-B889-7B1AC1D25AD7}"/>
              </a:ext>
            </a:extLst>
          </p:cNvPr>
          <p:cNvSpPr/>
          <p:nvPr/>
        </p:nvSpPr>
        <p:spPr>
          <a:xfrm>
            <a:off x="476250" y="3888185"/>
            <a:ext cx="268942" cy="12958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9">
            <a:extLst>
              <a:ext uri="{FF2B5EF4-FFF2-40B4-BE49-F238E27FC236}">
                <a16:creationId xmlns:a16="http://schemas.microsoft.com/office/drawing/2014/main" id="{777DCB8F-16C5-7668-1DCB-1C876924789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49888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9">
            <a:extLst>
              <a:ext uri="{FF2B5EF4-FFF2-40B4-BE49-F238E27FC236}">
                <a16:creationId xmlns:a16="http://schemas.microsoft.com/office/drawing/2014/main" id="{D5595B18-A6E1-C375-D23E-877E6E19B62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707455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39">
            <a:extLst>
              <a:ext uri="{FF2B5EF4-FFF2-40B4-BE49-F238E27FC236}">
                <a16:creationId xmlns:a16="http://schemas.microsoft.com/office/drawing/2014/main" id="{1E0832B2-3C20-B791-C1D4-E691E5C920F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68040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9">
            <a:extLst>
              <a:ext uri="{FF2B5EF4-FFF2-40B4-BE49-F238E27FC236}">
                <a16:creationId xmlns:a16="http://schemas.microsoft.com/office/drawing/2014/main" id="{3A3D8EEC-017F-1FA8-328E-C28F8A1C527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638559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24">
            <a:extLst>
              <a:ext uri="{FF2B5EF4-FFF2-40B4-BE49-F238E27FC236}">
                <a16:creationId xmlns:a16="http://schemas.microsoft.com/office/drawing/2014/main" id="{DF6D5191-895D-9991-838D-F7A63EE78B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250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75084449-FE8B-9D43-E1F9-0B7C9F8164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6250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3" name="Text Placeholder 24">
            <a:extLst>
              <a:ext uri="{FF2B5EF4-FFF2-40B4-BE49-F238E27FC236}">
                <a16:creationId xmlns:a16="http://schemas.microsoft.com/office/drawing/2014/main" id="{26B23555-AA5D-7E55-B76F-8D4B85BAF4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33817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AC43175D-A00E-2CBC-D858-1992E336746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33817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E2E634C-A879-8E4C-FFD5-0062020CE39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5161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B3A12C8D-E2F9-7841-A3C6-215DF53628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05161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1311E27E-F517-176E-C8FF-195FAB3E55D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376505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97C021CE-8394-EC44-09A0-75AAB820C5C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376505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4AD4AEA6-EB0F-1F36-BC9A-CB2E9F9365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6250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23791200-B83C-FAD7-2C0A-5F5FE2208E4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6250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C6C40406-AA4F-D40C-4855-58261508916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33817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48A78B42-7627-33F1-C6E3-33BD58FD700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33817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342A2C28-5611-5B9D-F2AE-5919B00419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405161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96EC3FAF-DAE1-5F10-E740-5DDE107382D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05161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B9D3EEFC-816B-50BA-892E-35DC6757072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376505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4E757D15-661F-FA3A-2CF1-971D29426B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376505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8337602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8115A-D2CC-6436-F372-45F79FF54E8E}"/>
              </a:ext>
            </a:extLst>
          </p:cNvPr>
          <p:cNvSpPr/>
          <p:nvPr/>
        </p:nvSpPr>
        <p:spPr>
          <a:xfrm>
            <a:off x="8088140" y="0"/>
            <a:ext cx="4103860" cy="6858000"/>
          </a:xfrm>
          <a:prstGeom prst="rect">
            <a:avLst/>
          </a:prstGeom>
          <a:solidFill>
            <a:srgbClr val="1128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CCE4030-2D6D-D413-9F8B-27838FA2BD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77957" y="3869367"/>
            <a:ext cx="3220129" cy="23409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</a:t>
            </a:r>
          </a:p>
        </p:txBody>
      </p:sp>
      <p:sp>
        <p:nvSpPr>
          <p:cNvPr id="5" name="Picture Placeholder 39">
            <a:extLst>
              <a:ext uri="{FF2B5EF4-FFF2-40B4-BE49-F238E27FC236}">
                <a16:creationId xmlns:a16="http://schemas.microsoft.com/office/drawing/2014/main" id="{D4C1FD55-35CF-876E-0E35-B7920688AEF2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112270" y="0"/>
            <a:ext cx="4079730" cy="3334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4B61713-7D96-4170-9FB1-4A12EE42002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99379" y="1542004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AB3DF79-7CF4-F274-802C-337F341EEC5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9379" y="2424131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DCC9099-7C34-FDE5-EE20-A7F7EA9B683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99379" y="3356531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A0FD3E9-688C-3E10-038D-43D8E10A881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9379" y="4238658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A67D0C-BFA4-F19A-3B7F-F2AD08B1644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99379" y="5120785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Add text here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DCA426-4C89-6842-B3BC-54B7B6A251EE}"/>
              </a:ext>
            </a:extLst>
          </p:cNvPr>
          <p:cNvSpPr txBox="1"/>
          <p:nvPr/>
        </p:nvSpPr>
        <p:spPr>
          <a:xfrm>
            <a:off x="11023628" y="6472081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bg1"/>
                </a:solidFill>
                <a:latin typeface="+mn-lt"/>
              </a:rPr>
              <a:pPr algn="r" defTabSz="914354"/>
              <a:t>‹#›</a:t>
            </a:fld>
            <a:endParaRPr lang="en-US" sz="120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290676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White_Corpo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Two column layout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A77C9AF-A216-3DEA-BB77-2E439D2AF9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549" y="1145394"/>
            <a:ext cx="5141499" cy="546360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Column 1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0EBD3-BA51-370E-089C-685236FB00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9349" y="1145394"/>
            <a:ext cx="5141499" cy="546360"/>
          </a:xfrm>
          <a:prstGeom prst="rect">
            <a:avLst/>
          </a:prstGeom>
          <a:solidFill>
            <a:srgbClr val="1BACDD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Column 2 Title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A929515E-2055-2175-E62E-60055854BF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3550" y="1692275"/>
            <a:ext cx="51196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87772B36-7FC9-9C9F-7AFF-043B8AB550D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620254" y="1692275"/>
            <a:ext cx="51196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5336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White_Corpo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Three column layout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504F7CF-2714-C2AC-12A0-6648146167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550" y="1145394"/>
            <a:ext cx="3370888" cy="546360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Column 1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78DEE-8A93-E08D-AB9F-A58316F752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10556" y="1145394"/>
            <a:ext cx="3370888" cy="546360"/>
          </a:xfrm>
          <a:prstGeom prst="rect">
            <a:avLst/>
          </a:prstGeom>
          <a:solidFill>
            <a:srgbClr val="0556CD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Column 2 Title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749D74C-E975-0A16-A82C-7B510848EC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4214" y="1145394"/>
            <a:ext cx="3370888" cy="546360"/>
          </a:xfrm>
          <a:prstGeom prst="rect">
            <a:avLst/>
          </a:prstGeom>
          <a:solidFill>
            <a:srgbClr val="058EFF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Column 3 Title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56AD3711-55EE-2B5E-BA43-BC4F34CDE6D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3550" y="1692275"/>
            <a:ext cx="33708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49274DF3-5D83-2F77-791B-54D17754120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10556" y="1692275"/>
            <a:ext cx="33708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15AF999-95BA-96ED-764B-623DF6D2634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384214" y="1692275"/>
            <a:ext cx="33708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03214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7A0F312-CFE2-EF3C-055F-E90DAF63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16917" y="2146980"/>
            <a:ext cx="6421307" cy="15312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</a:t>
            </a:r>
          </a:p>
        </p:txBody>
      </p:sp>
      <p:sp>
        <p:nvSpPr>
          <p:cNvPr id="4" name="Picture Placeholder 39">
            <a:extLst>
              <a:ext uri="{FF2B5EF4-FFF2-40B4-BE49-F238E27FC236}">
                <a16:creationId xmlns:a16="http://schemas.microsoft.com/office/drawing/2014/main" id="{04139990-3122-B7D2-F93A-C332A3AF62D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60600" y="1743234"/>
            <a:ext cx="4191788" cy="35982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A047470-03EC-96C9-72E9-789F57202E4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216917" y="4048909"/>
            <a:ext cx="6430066" cy="8672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00" b="1"/>
            </a:lvl1pPr>
            <a:lvl2pPr marL="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4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n-US"/>
              <a:t>Name to come here</a:t>
            </a:r>
          </a:p>
        </p:txBody>
      </p:sp>
    </p:spTree>
    <p:extLst>
      <p:ext uri="{BB962C8B-B14F-4D97-AF65-F5344CB8AC3E}">
        <p14:creationId xmlns:p14="http://schemas.microsoft.com/office/powerpoint/2010/main" val="33662086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Color Palette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3E4BAC-C92D-A504-2CB6-A3516CD3FD7D}"/>
              </a:ext>
            </a:extLst>
          </p:cNvPr>
          <p:cNvSpPr txBox="1"/>
          <p:nvPr/>
        </p:nvSpPr>
        <p:spPr>
          <a:xfrm>
            <a:off x="430094" y="1798950"/>
            <a:ext cx="5010810" cy="7386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/>
              <a:t>Primary palette, high saturated blue to give the brand a young look along with carefully curated complementary colors to give the brand a crisp and sharp look. 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9C08BDD-D413-C2E6-E90F-D9A354D3DF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393" y="2622944"/>
            <a:ext cx="5415052" cy="3404423"/>
          </a:xfrm>
          <a:prstGeom prst="rect">
            <a:avLst/>
          </a:prstGeom>
        </p:spPr>
      </p:pic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55C5F1E8-C841-FE50-4C75-B714E7CCBB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1429" y="2680294"/>
            <a:ext cx="5616344" cy="32771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85D1F6-2C67-5459-0B2B-21F891EBC907}"/>
              </a:ext>
            </a:extLst>
          </p:cNvPr>
          <p:cNvSpPr txBox="1"/>
          <p:nvPr/>
        </p:nvSpPr>
        <p:spPr>
          <a:xfrm>
            <a:off x="430094" y="1220776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Primary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D977B-CE5E-A77E-84EC-264BAD087D96}"/>
              </a:ext>
            </a:extLst>
          </p:cNvPr>
          <p:cNvSpPr txBox="1"/>
          <p:nvPr/>
        </p:nvSpPr>
        <p:spPr>
          <a:xfrm>
            <a:off x="6169115" y="1791312"/>
            <a:ext cx="5343991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b="0">
                <a:effectLst/>
                <a:latin typeface="+mn-lt"/>
              </a:rPr>
              <a:t>Secondary palette comprising of more neutral shade that gets the balance right complementing our vibrant primary colors. </a:t>
            </a:r>
            <a:endParaRPr lang="en-US" sz="140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63CA85-25DA-B98B-9301-8F17819B94B9}"/>
              </a:ext>
            </a:extLst>
          </p:cNvPr>
          <p:cNvSpPr txBox="1"/>
          <p:nvPr/>
        </p:nvSpPr>
        <p:spPr>
          <a:xfrm>
            <a:off x="6169116" y="1213138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rgbClr val="1BACDD"/>
                </a:solidFill>
                <a:effectLst/>
                <a:latin typeface="+mn-lt"/>
              </a:rPr>
              <a:t>Secondary </a:t>
            </a:r>
          </a:p>
        </p:txBody>
      </p:sp>
    </p:spTree>
    <p:extLst>
      <p:ext uri="{BB962C8B-B14F-4D97-AF65-F5344CB8AC3E}">
        <p14:creationId xmlns:p14="http://schemas.microsoft.com/office/powerpoint/2010/main" val="41712230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Gradient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EA64B2-8035-5894-5039-21E183073D17}"/>
              </a:ext>
            </a:extLst>
          </p:cNvPr>
          <p:cNvSpPr txBox="1"/>
          <p:nvPr/>
        </p:nvSpPr>
        <p:spPr>
          <a:xfrm>
            <a:off x="430094" y="3371220"/>
            <a:ext cx="3362417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algn="l" defTabSz="914377" rtl="0" eaLnBrk="1" latinLnBrk="0" hangingPunct="1"/>
            <a:r>
              <a:rPr lang="en-US" sz="14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Gradients generated from the </a:t>
            </a:r>
            <a:r>
              <a:rPr lang="en-US" sz="14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colours</a:t>
            </a:r>
            <a:r>
              <a:rPr lang="en-US" sz="14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three industries ‘Mobility, Sustainability, Tech’ to re-imagine accent language of the brand in whole.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86E889-3C15-5D88-7746-4F4E9087BD6C}"/>
              </a:ext>
            </a:extLst>
          </p:cNvPr>
          <p:cNvSpPr txBox="1"/>
          <p:nvPr/>
        </p:nvSpPr>
        <p:spPr>
          <a:xfrm>
            <a:off x="430094" y="2793046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Gradients 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FF5EB93-B896-8B1D-CDC9-0D481002D3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1069904"/>
            <a:ext cx="4172262" cy="534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326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Fonts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4436A5-71D0-7201-7C93-C8372BF10F69}"/>
              </a:ext>
            </a:extLst>
          </p:cNvPr>
          <p:cNvSpPr txBox="1"/>
          <p:nvPr/>
        </p:nvSpPr>
        <p:spPr>
          <a:xfrm>
            <a:off x="430094" y="1958851"/>
            <a:ext cx="355729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>
                <a:effectLst/>
                <a:latin typeface="+mn-lt"/>
              </a:rPr>
              <a:t>ABCDEFGHIJKLMNOPQRSTUVWXYZ </a:t>
            </a:r>
            <a:r>
              <a:rPr lang="en-US" sz="1800" err="1">
                <a:effectLst/>
                <a:latin typeface="+mn-lt"/>
              </a:rPr>
              <a:t>abcdefghijklmnopqrstuvwxyz</a:t>
            </a:r>
            <a:r>
              <a:rPr lang="en-US" sz="1800">
                <a:effectLst/>
                <a:latin typeface="+mn-lt"/>
              </a:rPr>
              <a:t> 1234567890</a:t>
            </a:r>
            <a:br>
              <a:rPr lang="en-US" sz="1800">
                <a:effectLst/>
                <a:latin typeface="+mn-lt"/>
              </a:rPr>
            </a:br>
            <a:r>
              <a:rPr lang="en-US" sz="1800">
                <a:effectLst/>
                <a:latin typeface="+mn-lt"/>
              </a:rPr>
              <a:t>(.,;:”!@#$%^&amp;*_-) </a:t>
            </a:r>
            <a:endParaRPr lang="en-US" sz="140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E749B-09F0-C37E-F4AD-E390AD9972FF}"/>
              </a:ext>
            </a:extLst>
          </p:cNvPr>
          <p:cNvSpPr txBox="1"/>
          <p:nvPr/>
        </p:nvSpPr>
        <p:spPr>
          <a:xfrm>
            <a:off x="430094" y="1380677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Calibri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811A60-57BC-402A-04E7-9F8A6BA453C0}"/>
              </a:ext>
            </a:extLst>
          </p:cNvPr>
          <p:cNvSpPr txBox="1"/>
          <p:nvPr/>
        </p:nvSpPr>
        <p:spPr>
          <a:xfrm>
            <a:off x="460600" y="4267335"/>
            <a:ext cx="3946508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 b="1">
                <a:effectLst/>
                <a:latin typeface="+mn-lt"/>
              </a:rPr>
              <a:t>ABCDEFGHIJKLMNOPQRSTUVWXYZ </a:t>
            </a:r>
            <a:r>
              <a:rPr lang="en-US" sz="1800" b="1" err="1">
                <a:effectLst/>
                <a:latin typeface="+mn-lt"/>
              </a:rPr>
              <a:t>abcdefghijklmnopqrstuvwxyz</a:t>
            </a:r>
            <a:r>
              <a:rPr lang="en-US" sz="1800" b="1">
                <a:effectLst/>
                <a:latin typeface="+mn-lt"/>
              </a:rPr>
              <a:t> 1234567890</a:t>
            </a:r>
            <a:br>
              <a:rPr lang="en-US" sz="1800" b="1">
                <a:effectLst/>
                <a:latin typeface="+mn-lt"/>
              </a:rPr>
            </a:br>
            <a:r>
              <a:rPr lang="en-US" sz="1800" b="1">
                <a:effectLst/>
                <a:latin typeface="+mn-lt"/>
              </a:rPr>
              <a:t>(.,;:”!@#$%^&amp;*_-) </a:t>
            </a:r>
            <a:endParaRPr lang="en-US" sz="1400" b="1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8A058A-92C2-FA75-14CD-084E86CD5B5D}"/>
              </a:ext>
            </a:extLst>
          </p:cNvPr>
          <p:cNvSpPr txBox="1"/>
          <p:nvPr/>
        </p:nvSpPr>
        <p:spPr>
          <a:xfrm>
            <a:off x="460600" y="3764111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rgbClr val="19AADB"/>
                </a:solidFill>
                <a:effectLst/>
                <a:latin typeface="+mn-lt"/>
              </a:rPr>
              <a:t>Calibri  bold </a:t>
            </a:r>
            <a:endParaRPr lang="en-US" sz="3000" b="1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9D1F42-A8DC-2B34-325C-9B51C690F306}"/>
              </a:ext>
            </a:extLst>
          </p:cNvPr>
          <p:cNvSpPr txBox="1"/>
          <p:nvPr/>
        </p:nvSpPr>
        <p:spPr>
          <a:xfrm>
            <a:off x="5265384" y="1958851"/>
            <a:ext cx="4598143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/>
              <a:t>Calibri font (body) </a:t>
            </a:r>
            <a:r>
              <a:rPr lang="en-US" sz="1800"/>
              <a:t>should be used. Body text color should be </a:t>
            </a:r>
            <a:r>
              <a:rPr lang="en-US" sz="1800" b="1"/>
              <a:t>Black</a:t>
            </a:r>
            <a:r>
              <a:rPr lang="en-US" sz="1800"/>
              <a:t>.</a:t>
            </a:r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1B35D-5D74-987B-F947-B682AC690AB5}"/>
              </a:ext>
            </a:extLst>
          </p:cNvPr>
          <p:cNvSpPr txBox="1"/>
          <p:nvPr/>
        </p:nvSpPr>
        <p:spPr>
          <a:xfrm>
            <a:off x="5265385" y="1380677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Font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6D2A54-8DB1-0FEF-A6D4-66134191395B}"/>
              </a:ext>
            </a:extLst>
          </p:cNvPr>
          <p:cNvSpPr txBox="1"/>
          <p:nvPr/>
        </p:nvSpPr>
        <p:spPr>
          <a:xfrm>
            <a:off x="5265384" y="3622982"/>
            <a:ext cx="4598143" cy="6951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/>
              <a:t>Title text size: 32 </a:t>
            </a:r>
          </a:p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/>
              <a:t>Other Text Boxes text size : 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DD02C8-BA6B-1ADB-FF39-AE0043EFC556}"/>
              </a:ext>
            </a:extLst>
          </p:cNvPr>
          <p:cNvSpPr txBox="1"/>
          <p:nvPr/>
        </p:nvSpPr>
        <p:spPr>
          <a:xfrm>
            <a:off x="5265385" y="3044808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Title Slide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272EAC-99AF-8A35-9829-8A84297F3122}"/>
              </a:ext>
            </a:extLst>
          </p:cNvPr>
          <p:cNvSpPr txBox="1"/>
          <p:nvPr/>
        </p:nvSpPr>
        <p:spPr>
          <a:xfrm>
            <a:off x="5265384" y="5198139"/>
            <a:ext cx="6571472" cy="9444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/>
              <a:t>Ideal font size 16. Minimum font size can be 8</a:t>
            </a:r>
          </a:p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/>
              <a:t>Minimum 0.5 cm of space should be left blank on either sides. These are pre-defined in the template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67EB49-DBBA-C54B-EF52-B54743FA7553}"/>
              </a:ext>
            </a:extLst>
          </p:cNvPr>
          <p:cNvSpPr txBox="1"/>
          <p:nvPr/>
        </p:nvSpPr>
        <p:spPr>
          <a:xfrm>
            <a:off x="5265385" y="4619965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Content Slide</a:t>
            </a:r>
          </a:p>
        </p:txBody>
      </p:sp>
    </p:spTree>
    <p:extLst>
      <p:ext uri="{BB962C8B-B14F-4D97-AF65-F5344CB8AC3E}">
        <p14:creationId xmlns:p14="http://schemas.microsoft.com/office/powerpoint/2010/main" val="7482259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 Moti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Brand Motif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22659CD-9155-4ADA-5AC4-6C02E03F1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207353" y="1696469"/>
            <a:ext cx="3777295" cy="350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0095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rand Moti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5946325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Brand Motif Usage Guideline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22659CD-9155-4ADA-5AC4-6C02E03F1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0600" y="1299601"/>
            <a:ext cx="1972966" cy="183018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D29356C-3545-F8F8-3925-419BCF60C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268910" y="4392059"/>
            <a:ext cx="1571983" cy="14582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98CEB3-AD86-4BFE-56F0-1CA160CC4E0F}"/>
              </a:ext>
            </a:extLst>
          </p:cNvPr>
          <p:cNvSpPr txBox="1"/>
          <p:nvPr/>
        </p:nvSpPr>
        <p:spPr>
          <a:xfrm>
            <a:off x="2698564" y="1808033"/>
            <a:ext cx="8779061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/>
              <a:t>First, choose the Brand Motif. Next, draw a rectangle over it. Then, select both the motif and the rectangle. After that, navigate to the </a:t>
            </a:r>
            <a:r>
              <a:rPr lang="en-US" sz="1800" b="1"/>
              <a:t>shape format </a:t>
            </a:r>
            <a:r>
              <a:rPr lang="en-US" sz="1800" b="0"/>
              <a:t>options. From there, choose to </a:t>
            </a:r>
            <a:r>
              <a:rPr lang="en-US" sz="1800" b="1"/>
              <a:t>merge shapes </a:t>
            </a:r>
            <a:r>
              <a:rPr lang="en-US" sz="1800" b="0"/>
              <a:t>option and then select the </a:t>
            </a:r>
            <a:r>
              <a:rPr lang="en-US" sz="1800" b="1"/>
              <a:t>subtract</a:t>
            </a:r>
            <a:r>
              <a:rPr lang="en-US" sz="1800" b="0"/>
              <a:t> option.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2CADD-887E-AD4F-C4AB-C2D6A0AAFCFF}"/>
              </a:ext>
            </a:extLst>
          </p:cNvPr>
          <p:cNvSpPr txBox="1"/>
          <p:nvPr/>
        </p:nvSpPr>
        <p:spPr>
          <a:xfrm>
            <a:off x="2710312" y="1299601"/>
            <a:ext cx="902108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What is the process for cropping a section of a Motif in order to properly align text within it?</a:t>
            </a:r>
            <a:endParaRPr lang="en-US" sz="1400" b="1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5417DF-986C-CC28-E121-34AEF7A97197}"/>
              </a:ext>
            </a:extLst>
          </p:cNvPr>
          <p:cNvSpPr/>
          <p:nvPr/>
        </p:nvSpPr>
        <p:spPr>
          <a:xfrm>
            <a:off x="1054902" y="4869307"/>
            <a:ext cx="895968" cy="5037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AADCC8-7DB8-1A43-BB81-A9BE745AE3A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954" r="50342" b="81083"/>
          <a:stretch/>
        </p:blipFill>
        <p:spPr>
          <a:xfrm>
            <a:off x="3593752" y="4258732"/>
            <a:ext cx="1723105" cy="12973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2C84CA-32E1-3CC5-6311-D253E64B040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72135" b="73524"/>
          <a:stretch/>
        </p:blipFill>
        <p:spPr>
          <a:xfrm>
            <a:off x="6782905" y="4211804"/>
            <a:ext cx="3057525" cy="18157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177322-66F5-B1D4-800A-30AA8353AFE8}"/>
              </a:ext>
            </a:extLst>
          </p:cNvPr>
          <p:cNvSpPr txBox="1"/>
          <p:nvPr/>
        </p:nvSpPr>
        <p:spPr>
          <a:xfrm>
            <a:off x="440622" y="3429000"/>
            <a:ext cx="231457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Step 01</a:t>
            </a:r>
          </a:p>
          <a:p>
            <a:pPr algn="ctr"/>
            <a:r>
              <a:rPr lang="en-US" sz="1400" b="0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Draw rectangle over Motif</a:t>
            </a:r>
            <a:endParaRPr lang="en-US" sz="1400" b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0BE6DD-DC95-A3B0-6623-7E6B28995488}"/>
              </a:ext>
            </a:extLst>
          </p:cNvPr>
          <p:cNvSpPr txBox="1"/>
          <p:nvPr/>
        </p:nvSpPr>
        <p:spPr>
          <a:xfrm>
            <a:off x="2783115" y="3429000"/>
            <a:ext cx="379707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Step 02</a:t>
            </a:r>
          </a:p>
          <a:p>
            <a:pPr algn="ctr"/>
            <a:r>
              <a:rPr lang="en-US" sz="1400" b="0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Select Motif and rectangle Go to Shape Format</a:t>
            </a:r>
            <a:endParaRPr lang="en-US" sz="1400" b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81B2DA-3CB9-D6E7-DD9C-11A106A84215}"/>
              </a:ext>
            </a:extLst>
          </p:cNvPr>
          <p:cNvSpPr txBox="1"/>
          <p:nvPr/>
        </p:nvSpPr>
        <p:spPr>
          <a:xfrm>
            <a:off x="6614334" y="3429000"/>
            <a:ext cx="3226096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Step 03</a:t>
            </a:r>
          </a:p>
          <a:p>
            <a:pPr algn="ctr"/>
            <a:r>
              <a:rPr lang="en-US" sz="1400" b="0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Go to Merge Shape and select Subtract</a:t>
            </a:r>
            <a:endParaRPr lang="en-US" sz="1400" b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E221101D-FDFC-86AA-1D83-7109BC56F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>
            <a:fillRect/>
          </a:stretch>
        </p:blipFill>
        <p:spPr>
          <a:xfrm>
            <a:off x="10089684" y="4097839"/>
            <a:ext cx="1571983" cy="1458221"/>
          </a:xfrm>
          <a:custGeom>
            <a:avLst/>
            <a:gdLst>
              <a:gd name="connsiteX0" fmla="*/ 0 w 1571983"/>
              <a:gd name="connsiteY0" fmla="*/ 0 h 1458221"/>
              <a:gd name="connsiteX1" fmla="*/ 1571983 w 1571983"/>
              <a:gd name="connsiteY1" fmla="*/ 0 h 1458221"/>
              <a:gd name="connsiteX2" fmla="*/ 1571983 w 1571983"/>
              <a:gd name="connsiteY2" fmla="*/ 477248 h 1458221"/>
              <a:gd name="connsiteX3" fmla="*/ 785992 w 1571983"/>
              <a:gd name="connsiteY3" fmla="*/ 477248 h 1458221"/>
              <a:gd name="connsiteX4" fmla="*/ 785992 w 1571983"/>
              <a:gd name="connsiteY4" fmla="*/ 980971 h 1458221"/>
              <a:gd name="connsiteX5" fmla="*/ 1571983 w 1571983"/>
              <a:gd name="connsiteY5" fmla="*/ 980971 h 1458221"/>
              <a:gd name="connsiteX6" fmla="*/ 1571983 w 1571983"/>
              <a:gd name="connsiteY6" fmla="*/ 1458221 h 1458221"/>
              <a:gd name="connsiteX7" fmla="*/ 0 w 1571983"/>
              <a:gd name="connsiteY7" fmla="*/ 1458221 h 1458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71983" h="1458221">
                <a:moveTo>
                  <a:pt x="0" y="0"/>
                </a:moveTo>
                <a:lnTo>
                  <a:pt x="1571983" y="0"/>
                </a:lnTo>
                <a:lnTo>
                  <a:pt x="1571983" y="477248"/>
                </a:lnTo>
                <a:lnTo>
                  <a:pt x="785992" y="477248"/>
                </a:lnTo>
                <a:lnTo>
                  <a:pt x="785992" y="980971"/>
                </a:lnTo>
                <a:lnTo>
                  <a:pt x="1571983" y="980971"/>
                </a:lnTo>
                <a:lnTo>
                  <a:pt x="1571983" y="1458221"/>
                </a:lnTo>
                <a:lnTo>
                  <a:pt x="0" y="1458221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7E6E2C-1FBA-DF67-4866-A2EB5D9769B8}"/>
              </a:ext>
            </a:extLst>
          </p:cNvPr>
          <p:cNvSpPr txBox="1"/>
          <p:nvPr/>
        </p:nvSpPr>
        <p:spPr>
          <a:xfrm>
            <a:off x="9874574" y="3429000"/>
            <a:ext cx="2002202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Output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0C0199D-0C75-32FD-6B39-C4ACF7E20AD7}"/>
              </a:ext>
            </a:extLst>
          </p:cNvPr>
          <p:cNvCxnSpPr>
            <a:cxnSpLocks/>
          </p:cNvCxnSpPr>
          <p:nvPr/>
        </p:nvCxnSpPr>
        <p:spPr>
          <a:xfrm>
            <a:off x="2433566" y="3565326"/>
            <a:ext cx="13192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FC3A277-F1EB-31D3-399B-7E9FB38A2036}"/>
              </a:ext>
            </a:extLst>
          </p:cNvPr>
          <p:cNvCxnSpPr>
            <a:cxnSpLocks/>
          </p:cNvCxnSpPr>
          <p:nvPr/>
        </p:nvCxnSpPr>
        <p:spPr>
          <a:xfrm>
            <a:off x="5436358" y="3565326"/>
            <a:ext cx="13192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F6D842-5E3D-CD6D-36B8-A73EC287289A}"/>
              </a:ext>
            </a:extLst>
          </p:cNvPr>
          <p:cNvCxnSpPr>
            <a:cxnSpLocks/>
          </p:cNvCxnSpPr>
          <p:nvPr/>
        </p:nvCxnSpPr>
        <p:spPr>
          <a:xfrm>
            <a:off x="8779633" y="3565326"/>
            <a:ext cx="13192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2780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age of Icons -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Usage of Icons - Brand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76B490D-5629-C016-B97D-AD41DACAE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0600" y="1652588"/>
            <a:ext cx="5410200" cy="355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A2B322-22A7-99FB-B545-F5219FFB4846}"/>
              </a:ext>
            </a:extLst>
          </p:cNvPr>
          <p:cNvSpPr txBox="1"/>
          <p:nvPr/>
        </p:nvSpPr>
        <p:spPr>
          <a:xfrm>
            <a:off x="6670624" y="2967335"/>
            <a:ext cx="457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/>
              <a:t>One or more emphasizing element is marked in corporate color palette with brand dark blue or white as the rest. </a:t>
            </a:r>
          </a:p>
        </p:txBody>
      </p:sp>
    </p:spTree>
    <p:extLst>
      <p:ext uri="{BB962C8B-B14F-4D97-AF65-F5344CB8AC3E}">
        <p14:creationId xmlns:p14="http://schemas.microsoft.com/office/powerpoint/2010/main" val="25967883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age of Icons - Mobl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Usage of Icons - Mobility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CA34AC5-3407-E31A-4BD6-234AF7B63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0600" y="1652588"/>
            <a:ext cx="5410200" cy="3552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5E316A-8F40-E371-625D-DEEDC6973BAE}"/>
              </a:ext>
            </a:extLst>
          </p:cNvPr>
          <p:cNvSpPr txBox="1"/>
          <p:nvPr/>
        </p:nvSpPr>
        <p:spPr>
          <a:xfrm>
            <a:off x="6670624" y="3252145"/>
            <a:ext cx="457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800" b="0">
                <a:effectLst/>
                <a:latin typeface="+mn-lt"/>
              </a:rPr>
              <a:t>One or more emphasizing element is marked in absolute blue with brand dark blue or white as the rest.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A05252-EE33-D0B1-783E-F4C3E04451CC}"/>
              </a:ext>
            </a:extLst>
          </p:cNvPr>
          <p:cNvSpPr txBox="1"/>
          <p:nvPr/>
        </p:nvSpPr>
        <p:spPr>
          <a:xfrm>
            <a:off x="6670624" y="2672314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rgbClr val="0749C6"/>
                </a:solidFill>
                <a:effectLst/>
                <a:latin typeface="+mn-lt"/>
              </a:rPr>
              <a:t>Mobility </a:t>
            </a:r>
            <a:endParaRPr lang="en-US" sz="3000" b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31147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age of Icons - Sustainab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Usage of Icons - Sustainability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EBA5DED-B8D0-DD36-1D16-D3C48E7B8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0600" y="1652588"/>
            <a:ext cx="5410200" cy="355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6CC3FB-F9BA-987C-304C-44C3753E3455}"/>
              </a:ext>
            </a:extLst>
          </p:cNvPr>
          <p:cNvSpPr txBox="1"/>
          <p:nvPr/>
        </p:nvSpPr>
        <p:spPr>
          <a:xfrm>
            <a:off x="6670624" y="3252145"/>
            <a:ext cx="398738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800" b="0">
                <a:effectLst/>
                <a:latin typeface="+mn-lt"/>
              </a:rPr>
              <a:t>One or more emphasizing element is marked in green with brand dark blue or white as the rest. </a:t>
            </a:r>
            <a:endParaRPr lang="en-US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70031-8FCE-ACC4-77C4-7361B0B3EFBA}"/>
              </a:ext>
            </a:extLst>
          </p:cNvPr>
          <p:cNvSpPr txBox="1"/>
          <p:nvPr/>
        </p:nvSpPr>
        <p:spPr>
          <a:xfrm>
            <a:off x="6670624" y="2672314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rgbClr val="74BF43"/>
                </a:solidFill>
                <a:effectLst/>
                <a:latin typeface="+mn-lt"/>
              </a:rPr>
              <a:t>Sustainability </a:t>
            </a:r>
          </a:p>
        </p:txBody>
      </p:sp>
    </p:spTree>
    <p:extLst>
      <p:ext uri="{BB962C8B-B14F-4D97-AF65-F5344CB8AC3E}">
        <p14:creationId xmlns:p14="http://schemas.microsoft.com/office/powerpoint/2010/main" val="178523587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age of Icons -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/>
              <a:t>Usage of Icons - Tech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0A2DEB5-CAF5-D6D8-F05D-6C4921E62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0600" y="1780665"/>
            <a:ext cx="5410200" cy="355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59B1A1-5BC3-057F-FD8E-665DA5D841AF}"/>
              </a:ext>
            </a:extLst>
          </p:cNvPr>
          <p:cNvSpPr txBox="1"/>
          <p:nvPr/>
        </p:nvSpPr>
        <p:spPr>
          <a:xfrm>
            <a:off x="6670624" y="3252145"/>
            <a:ext cx="398738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800" b="0">
                <a:effectLst/>
                <a:latin typeface="+mn-lt"/>
              </a:rPr>
              <a:t>One or more emphasizing element is marked in metallic yellow with brand dark blue or white as the rest.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7C731-AA28-2FC1-18D9-C9C5EB881A1F}"/>
              </a:ext>
            </a:extLst>
          </p:cNvPr>
          <p:cNvSpPr txBox="1"/>
          <p:nvPr/>
        </p:nvSpPr>
        <p:spPr>
          <a:xfrm>
            <a:off x="6670624" y="2672314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>
                <a:solidFill>
                  <a:schemeClr val="accent3"/>
                </a:solidFill>
                <a:effectLst/>
                <a:latin typeface="+mn-lt"/>
              </a:rPr>
              <a:t>Tech</a:t>
            </a:r>
          </a:p>
        </p:txBody>
      </p:sp>
    </p:spTree>
    <p:extLst>
      <p:ext uri="{BB962C8B-B14F-4D97-AF65-F5344CB8AC3E}">
        <p14:creationId xmlns:p14="http://schemas.microsoft.com/office/powerpoint/2010/main" val="41333052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curved lines on a black background&#10;&#10;Description automatically generated">
            <a:extLst>
              <a:ext uri="{FF2B5EF4-FFF2-40B4-BE49-F238E27FC236}">
                <a16:creationId xmlns:a16="http://schemas.microsoft.com/office/drawing/2014/main" id="{7F6AB018-62ED-7948-EF17-C34E8B9BD02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9">
            <a:extLst>
              <a:ext uri="{FF2B5EF4-FFF2-40B4-BE49-F238E27FC236}">
                <a16:creationId xmlns:a16="http://schemas.microsoft.com/office/drawing/2014/main" id="{09DB7617-C7D5-F01E-F33F-F4A8355ECD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35" y="2766219"/>
            <a:ext cx="1076213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Section breaker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2A85C3D-8965-4C0B-821E-A3181C176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890D212-6B29-73EE-B5AB-6507C30F5F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985124" y="503024"/>
            <a:ext cx="2776539" cy="15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60570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9">
            <a:extLst>
              <a:ext uri="{FF2B5EF4-FFF2-40B4-BE49-F238E27FC236}">
                <a16:creationId xmlns:a16="http://schemas.microsoft.com/office/drawing/2014/main" id="{09DB7617-C7D5-F01E-F33F-F4A8355ECD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959" y="2772942"/>
            <a:ext cx="10520082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FFFB807-E607-06F9-C20B-E41EBBD64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1C14DAF-0D96-1267-E025-E593314D41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985124" y="503024"/>
            <a:ext cx="2776539" cy="15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8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48CF3F-C310-A798-3FC5-A1091EC24F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12" r="2103"/>
          <a:stretch/>
        </p:blipFill>
        <p:spPr>
          <a:xfrm flipH="1">
            <a:off x="1133473" y="657276"/>
            <a:ext cx="11058523" cy="620072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A0F37DD-1BE1-1AE7-5545-AEDAA9BD3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9">
            <a:extLst>
              <a:ext uri="{FF2B5EF4-FFF2-40B4-BE49-F238E27FC236}">
                <a16:creationId xmlns:a16="http://schemas.microsoft.com/office/drawing/2014/main" id="{D8F65E62-9E12-E8D7-865F-63444E099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94882" y="2772942"/>
            <a:ext cx="3340981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/>
              <a:t>Thank You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6F3D45-5EAC-4C21-F481-6DE499569FED}"/>
              </a:ext>
            </a:extLst>
          </p:cNvPr>
          <p:cNvGrpSpPr/>
          <p:nvPr/>
        </p:nvGrpSpPr>
        <p:grpSpPr>
          <a:xfrm>
            <a:off x="445174" y="2002465"/>
            <a:ext cx="3741293" cy="2851865"/>
            <a:chOff x="435649" y="2002465"/>
            <a:chExt cx="3741293" cy="28518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BBC4C9-BF64-FF98-1BA8-5D5E88D82874}"/>
                </a:ext>
              </a:extLst>
            </p:cNvPr>
            <p:cNvSpPr txBox="1"/>
            <p:nvPr userDrawn="1"/>
          </p:nvSpPr>
          <p:spPr>
            <a:xfrm>
              <a:off x="2111803" y="2805752"/>
              <a:ext cx="2065139" cy="12464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500">
                  <a:solidFill>
                    <a:schemeClr val="bg1"/>
                  </a:solidFill>
                </a:rPr>
                <a:t>Purposeful. </a:t>
              </a:r>
            </a:p>
            <a:p>
              <a:r>
                <a:rPr lang="en-IN" sz="2500">
                  <a:solidFill>
                    <a:schemeClr val="bg1"/>
                  </a:solidFill>
                </a:rPr>
                <a:t>Agile.</a:t>
              </a:r>
            </a:p>
            <a:p>
              <a:r>
                <a:rPr lang="en-IN" sz="2500">
                  <a:solidFill>
                    <a:schemeClr val="bg1"/>
                  </a:solidFill>
                </a:rPr>
                <a:t>Innovation.</a:t>
              </a: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F503BC-179B-60BB-18AE-1BF86005C2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435649" y="2002465"/>
              <a:ext cx="3074351" cy="2851865"/>
            </a:xfrm>
            <a:custGeom>
              <a:avLst/>
              <a:gdLst>
                <a:gd name="connsiteX0" fmla="*/ 0 w 3074351"/>
                <a:gd name="connsiteY0" fmla="*/ 0 h 2851865"/>
                <a:gd name="connsiteX1" fmla="*/ 3074351 w 3074351"/>
                <a:gd name="connsiteY1" fmla="*/ 0 h 2851865"/>
                <a:gd name="connsiteX2" fmla="*/ 3074351 w 3074351"/>
                <a:gd name="connsiteY2" fmla="*/ 883610 h 2851865"/>
                <a:gd name="connsiteX3" fmla="*/ 1603216 w 3074351"/>
                <a:gd name="connsiteY3" fmla="*/ 883610 h 2851865"/>
                <a:gd name="connsiteX4" fmla="*/ 1603216 w 3074351"/>
                <a:gd name="connsiteY4" fmla="*/ 2030732 h 2851865"/>
                <a:gd name="connsiteX5" fmla="*/ 3074351 w 3074351"/>
                <a:gd name="connsiteY5" fmla="*/ 2030732 h 2851865"/>
                <a:gd name="connsiteX6" fmla="*/ 3074351 w 3074351"/>
                <a:gd name="connsiteY6" fmla="*/ 2851865 h 2851865"/>
                <a:gd name="connsiteX7" fmla="*/ 0 w 3074351"/>
                <a:gd name="connsiteY7" fmla="*/ 2851865 h 285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74351" h="2851865">
                  <a:moveTo>
                    <a:pt x="0" y="0"/>
                  </a:moveTo>
                  <a:lnTo>
                    <a:pt x="3074351" y="0"/>
                  </a:lnTo>
                  <a:lnTo>
                    <a:pt x="3074351" y="883610"/>
                  </a:lnTo>
                  <a:lnTo>
                    <a:pt x="1603216" y="883610"/>
                  </a:lnTo>
                  <a:lnTo>
                    <a:pt x="1603216" y="2030732"/>
                  </a:lnTo>
                  <a:lnTo>
                    <a:pt x="3074351" y="2030732"/>
                  </a:lnTo>
                  <a:lnTo>
                    <a:pt x="3074351" y="2851865"/>
                  </a:lnTo>
                  <a:lnTo>
                    <a:pt x="0" y="2851865"/>
                  </a:lnTo>
                  <a:close/>
                </a:path>
              </a:pathLst>
            </a:custGeom>
          </p:spPr>
        </p:pic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7DB477A9-5F30-05C0-9104-373059D594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985124" y="503024"/>
            <a:ext cx="2776539" cy="15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26927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4A5A19-AD6C-7D38-0BB1-2D9AB25F7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621B-533E-4F97-AD88-05B3D1ED97E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14818D-4B05-06C2-1C3F-30629BD3F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CB2FB-FB4D-BF5C-F9CC-1B417B4F4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570FA-9ED8-4A09-84C9-C77A97AD0D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3677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7">
            <a:extLst>
              <a:ext uri="{FF2B5EF4-FFF2-40B4-BE49-F238E27FC236}">
                <a16:creationId xmlns:a16="http://schemas.microsoft.com/office/drawing/2014/main" id="{CF0AB879-1D1A-4424-86B6-CA7EC8EDBA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17"/>
          <a:stretch/>
        </p:blipFill>
        <p:spPr>
          <a:xfrm>
            <a:off x="62494" y="52039"/>
            <a:ext cx="12067013" cy="6753924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 userDrawn="1">
            <p:ph idx="1" hasCustomPrompt="1"/>
          </p:nvPr>
        </p:nvSpPr>
        <p:spPr bwMode="gray">
          <a:xfrm>
            <a:off x="255847" y="1137920"/>
            <a:ext cx="11745331" cy="5339080"/>
          </a:xfrm>
          <a:prstGeom prst="rect">
            <a:avLst/>
          </a:prstGeom>
        </p:spPr>
        <p:txBody>
          <a:bodyPr vert="horz" lIns="0" tIns="34289" rIns="0" bIns="34289" rtlCol="0">
            <a:normAutofit/>
          </a:bodyPr>
          <a:lstStyle>
            <a:lvl1pPr>
              <a:defRPr lang="en-US" sz="2400" smtClean="0"/>
            </a:lvl1pPr>
            <a:lvl2pPr>
              <a:defRPr lang="en-US" sz="2133" smtClean="0"/>
            </a:lvl2pPr>
            <a:lvl3pPr>
              <a:defRPr lang="en-US" sz="1867" smtClean="0"/>
            </a:lvl3pPr>
            <a:lvl4pPr>
              <a:defRPr lang="en-US" sz="1600" smtClean="0"/>
            </a:lvl4pPr>
            <a:lvl5pPr>
              <a:defRPr lang="en-US" sz="1467" dirty="0"/>
            </a:lvl5pPr>
          </a:lstStyle>
          <a:p>
            <a:pPr lvl="0">
              <a:buFontTx/>
              <a:buBlip>
                <a:blip r:embed="rId3"/>
              </a:buBlip>
            </a:pPr>
            <a:r>
              <a:rPr lang="en-US"/>
              <a:t>Click to edit Master text styles</a:t>
            </a:r>
          </a:p>
          <a:p>
            <a:pPr lvl="1">
              <a:buFontTx/>
              <a:buBlip>
                <a:blip r:embed="rId3"/>
              </a:buBlip>
            </a:pPr>
            <a:r>
              <a:rPr lang="en-US"/>
              <a:t>Second level</a:t>
            </a:r>
          </a:p>
          <a:p>
            <a:pPr lvl="2">
              <a:buFontTx/>
              <a:buBlip>
                <a:blip r:embed="rId3"/>
              </a:buBlip>
            </a:pPr>
            <a:r>
              <a:rPr lang="en-US"/>
              <a:t>Third level</a:t>
            </a:r>
          </a:p>
          <a:p>
            <a:pPr lvl="3">
              <a:buFontTx/>
              <a:buBlip>
                <a:blip r:embed="rId3"/>
              </a:buBlip>
            </a:pPr>
            <a:r>
              <a:rPr lang="en-US"/>
              <a:t>Fourth level</a:t>
            </a:r>
          </a:p>
          <a:p>
            <a:pPr lvl="4">
              <a:buFontTx/>
              <a:buBlip>
                <a:blip r:embed="rId3"/>
              </a:buBlip>
            </a:pPr>
            <a:r>
              <a:rPr lang="en-US"/>
              <a:t>Fifth level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20F6CAE2-BF9C-4EC7-91F6-C88D777F8F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5848" y="-395064"/>
            <a:ext cx="11736673" cy="84328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1051213D-5E6E-45AD-B56D-E8057EFA14AB}"/>
              </a:ext>
            </a:extLst>
          </p:cNvPr>
          <p:cNvSpPr/>
          <p:nvPr userDrawn="1"/>
        </p:nvSpPr>
        <p:spPr>
          <a:xfrm>
            <a:off x="255848" y="737240"/>
            <a:ext cx="1393371" cy="48768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715872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otte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AA73B6-2EF2-4438-9A63-3BFC1C5F4C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17"/>
          <a:stretch/>
        </p:blipFill>
        <p:spPr>
          <a:xfrm>
            <a:off x="124987" y="-1"/>
            <a:ext cx="12067013" cy="6753924"/>
          </a:xfrm>
          <a:prstGeom prst="rect">
            <a:avLst/>
          </a:prstGeom>
        </p:spPr>
      </p:pic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1051213D-5E6E-45AD-B56D-E8057EFA14AB}"/>
              </a:ext>
            </a:extLst>
          </p:cNvPr>
          <p:cNvSpPr/>
          <p:nvPr userDrawn="1"/>
        </p:nvSpPr>
        <p:spPr>
          <a:xfrm>
            <a:off x="255848" y="850656"/>
            <a:ext cx="1393371" cy="48768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17C804-1028-4DAA-A963-8B9F1E0B3BF2}"/>
              </a:ext>
            </a:extLst>
          </p:cNvPr>
          <p:cNvSpPr txBox="1"/>
          <p:nvPr userDrawn="1"/>
        </p:nvSpPr>
        <p:spPr>
          <a:xfrm>
            <a:off x="3974168" y="6581380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354"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E1D8BA-59A3-46DE-A7FF-746AF1016141}"/>
              </a:ext>
            </a:extLst>
          </p:cNvPr>
          <p:cNvSpPr txBox="1"/>
          <p:nvPr userDrawn="1"/>
        </p:nvSpPr>
        <p:spPr>
          <a:xfrm>
            <a:off x="11437495" y="6581379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pPr algn="r" defTabSz="914354"/>
              <a:t>‹#›</a:t>
            </a:fld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8A2AC73-57B7-40F3-BCF1-0655DD9EDB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5848" y="0"/>
            <a:ext cx="11736673" cy="84328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</p:spTree>
    <p:extLst>
      <p:ext uri="{BB962C8B-B14F-4D97-AF65-F5344CB8AC3E}">
        <p14:creationId xmlns:p14="http://schemas.microsoft.com/office/powerpoint/2010/main" val="3715302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48CF3F-C310-A798-3FC5-A1091EC24F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12" r="2103"/>
          <a:stretch/>
        </p:blipFill>
        <p:spPr>
          <a:xfrm flipH="1">
            <a:off x="1133473" y="657276"/>
            <a:ext cx="11058523" cy="620072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A0F37DD-1BE1-1AE7-5545-AEDAA9BD3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BDFB105-664C-C269-9783-3021DFF7A14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977104" y="503970"/>
            <a:ext cx="2776538" cy="15330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77ABC60-1015-CA7D-6165-EAB4CE2A7F00}"/>
              </a:ext>
            </a:extLst>
          </p:cNvPr>
          <p:cNvGrpSpPr/>
          <p:nvPr/>
        </p:nvGrpSpPr>
        <p:grpSpPr>
          <a:xfrm>
            <a:off x="445174" y="2002465"/>
            <a:ext cx="3741293" cy="2851865"/>
            <a:chOff x="435649" y="2002465"/>
            <a:chExt cx="3741293" cy="285186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3AC36E-B320-78DD-E691-BE855821E7FE}"/>
                </a:ext>
              </a:extLst>
            </p:cNvPr>
            <p:cNvSpPr txBox="1"/>
            <p:nvPr userDrawn="1"/>
          </p:nvSpPr>
          <p:spPr>
            <a:xfrm>
              <a:off x="2111803" y="2805752"/>
              <a:ext cx="2065139" cy="12464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500" dirty="0">
                  <a:solidFill>
                    <a:schemeClr val="bg1"/>
                  </a:solidFill>
                </a:rPr>
                <a:t>Purposeful. </a:t>
              </a:r>
            </a:p>
            <a:p>
              <a:r>
                <a:rPr lang="en-IN" sz="2500" dirty="0">
                  <a:solidFill>
                    <a:schemeClr val="bg1"/>
                  </a:solidFill>
                </a:rPr>
                <a:t>Agile.</a:t>
              </a:r>
            </a:p>
            <a:p>
              <a:r>
                <a:rPr lang="en-IN" sz="2500" dirty="0">
                  <a:solidFill>
                    <a:schemeClr val="bg1"/>
                  </a:solidFill>
                </a:rPr>
                <a:t>Engineering.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F5173B0F-EFDF-09D6-E856-07569D6567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435649" y="2002465"/>
              <a:ext cx="3074351" cy="2851865"/>
            </a:xfrm>
            <a:custGeom>
              <a:avLst/>
              <a:gdLst>
                <a:gd name="connsiteX0" fmla="*/ 0 w 3074351"/>
                <a:gd name="connsiteY0" fmla="*/ 0 h 2851865"/>
                <a:gd name="connsiteX1" fmla="*/ 3074351 w 3074351"/>
                <a:gd name="connsiteY1" fmla="*/ 0 h 2851865"/>
                <a:gd name="connsiteX2" fmla="*/ 3074351 w 3074351"/>
                <a:gd name="connsiteY2" fmla="*/ 883610 h 2851865"/>
                <a:gd name="connsiteX3" fmla="*/ 1603216 w 3074351"/>
                <a:gd name="connsiteY3" fmla="*/ 883610 h 2851865"/>
                <a:gd name="connsiteX4" fmla="*/ 1603216 w 3074351"/>
                <a:gd name="connsiteY4" fmla="*/ 2030732 h 2851865"/>
                <a:gd name="connsiteX5" fmla="*/ 3074351 w 3074351"/>
                <a:gd name="connsiteY5" fmla="*/ 2030732 h 2851865"/>
                <a:gd name="connsiteX6" fmla="*/ 3074351 w 3074351"/>
                <a:gd name="connsiteY6" fmla="*/ 2851865 h 2851865"/>
                <a:gd name="connsiteX7" fmla="*/ 0 w 3074351"/>
                <a:gd name="connsiteY7" fmla="*/ 2851865 h 285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74351" h="2851865">
                  <a:moveTo>
                    <a:pt x="0" y="0"/>
                  </a:moveTo>
                  <a:lnTo>
                    <a:pt x="3074351" y="0"/>
                  </a:lnTo>
                  <a:lnTo>
                    <a:pt x="3074351" y="883610"/>
                  </a:lnTo>
                  <a:lnTo>
                    <a:pt x="1603216" y="883610"/>
                  </a:lnTo>
                  <a:lnTo>
                    <a:pt x="1603216" y="2030732"/>
                  </a:lnTo>
                  <a:lnTo>
                    <a:pt x="3074351" y="2030732"/>
                  </a:lnTo>
                  <a:lnTo>
                    <a:pt x="3074351" y="2851865"/>
                  </a:lnTo>
                  <a:lnTo>
                    <a:pt x="0" y="2851865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36466474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565234-79ED-EA4B-4DF1-B74DF44C0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1579" y="1622197"/>
            <a:ext cx="5461833" cy="3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80623EE-1C49-6FBD-980E-952FF29794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4433" y="1622197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BD941E4D-9A8C-6DE6-F2F1-AE06A2A4A63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51579" y="2367877"/>
            <a:ext cx="5461833" cy="3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798B33DB-ACF1-5019-41C9-0B0BB978A3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4433" y="2367877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69D71781-5D6F-BE23-39CD-92CE4BF4908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46124" y="3118192"/>
            <a:ext cx="5461833" cy="344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DF04471C-C0C9-9BA0-4022-EEC00A6589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8978" y="3118192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79B9FAEF-2B3D-19F0-E898-109B1DF5795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46124" y="3863872"/>
            <a:ext cx="5461833" cy="344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9">
            <a:extLst>
              <a:ext uri="{FF2B5EF4-FFF2-40B4-BE49-F238E27FC236}">
                <a16:creationId xmlns:a16="http://schemas.microsoft.com/office/drawing/2014/main" id="{9E419D21-2BB7-FDD4-2D06-A60C781F23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978" y="3863872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63B2118-6AD0-673E-4018-789C34AE388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520146" y="4636515"/>
            <a:ext cx="5461833" cy="378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9">
            <a:extLst>
              <a:ext uri="{FF2B5EF4-FFF2-40B4-BE49-F238E27FC236}">
                <a16:creationId xmlns:a16="http://schemas.microsoft.com/office/drawing/2014/main" id="{C8AE2EF7-3214-44BB-0A70-5447DA425C7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3000" y="4636515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80E41B5-23E6-838E-6193-7D0BE7A042C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20146" y="5393977"/>
            <a:ext cx="5461833" cy="344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9">
            <a:extLst>
              <a:ext uri="{FF2B5EF4-FFF2-40B4-BE49-F238E27FC236}">
                <a16:creationId xmlns:a16="http://schemas.microsoft.com/office/drawing/2014/main" id="{71403852-7822-1472-E0FE-6395E3292B3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3000" y="5393977"/>
            <a:ext cx="545237" cy="344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 dirty="0"/>
              <a:t>06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5BA37C79-117E-EAFA-0437-6FF7377EFC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8A11A5F-046F-1162-8E74-2ED4AF297222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58073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4439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7">
            <a:extLst>
              <a:ext uri="{FF2B5EF4-FFF2-40B4-BE49-F238E27FC236}">
                <a16:creationId xmlns:a16="http://schemas.microsoft.com/office/drawing/2014/main" id="{9370DF6C-9269-8428-5E5B-18C0A805FD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82297" y="0"/>
            <a:ext cx="3425850" cy="6326841"/>
          </a:xfrm>
          <a:prstGeom prst="rect">
            <a:avLst/>
          </a:prstGeom>
          <a:solidFill>
            <a:schemeClr val="tx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BBF3F82-3C53-C5AA-C727-A678218BE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8016809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A205C-1567-9FA3-6293-D586C20FB46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3550" y="1136650"/>
            <a:ext cx="7543800" cy="50450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9DB15C-D830-ED32-C760-5A4A2DA84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0F58A13-E354-80D4-3CDF-0E089C009C19}"/>
              </a:ext>
            </a:extLst>
          </p:cNvPr>
          <p:cNvSpPr/>
          <p:nvPr/>
        </p:nvSpPr>
        <p:spPr>
          <a:xfrm>
            <a:off x="460600" y="830468"/>
            <a:ext cx="7543800" cy="457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6231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BE671D-AEDF-7BF0-591E-A3BB7E2B2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6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7EA5C-0C88-9937-471C-F2EEC0B1795E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1ADF-9314-16CC-B03D-64962E3D5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5CD9221-7207-3E34-612E-00A95D782B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9379" y="1495963"/>
            <a:ext cx="4581525" cy="4733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4pPr>
            <a:lvl5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reeform: Shape 4">
            <a:extLst>
              <a:ext uri="{FF2B5EF4-FFF2-40B4-BE49-F238E27FC236}">
                <a16:creationId xmlns:a16="http://schemas.microsoft.com/office/drawing/2014/main" id="{0FE3AEBB-EE1B-2785-DE65-26BA92B477A2}"/>
              </a:ext>
            </a:extLst>
          </p:cNvPr>
          <p:cNvSpPr/>
          <p:nvPr/>
        </p:nvSpPr>
        <p:spPr>
          <a:xfrm>
            <a:off x="7964871" y="2617385"/>
            <a:ext cx="907957" cy="907957"/>
          </a:xfrm>
          <a:custGeom>
            <a:avLst/>
            <a:gdLst>
              <a:gd name="connsiteX0" fmla="*/ 660705 w 660704"/>
              <a:gd name="connsiteY0" fmla="*/ 243793 h 660704"/>
              <a:gd name="connsiteX1" fmla="*/ 660705 w 660704"/>
              <a:gd name="connsiteY1" fmla="*/ 0 h 660704"/>
              <a:gd name="connsiteX2" fmla="*/ 0 w 660704"/>
              <a:gd name="connsiteY2" fmla="*/ 660705 h 660704"/>
              <a:gd name="connsiteX3" fmla="*/ 243793 w 660704"/>
              <a:gd name="connsiteY3" fmla="*/ 660705 h 660704"/>
              <a:gd name="connsiteX4" fmla="*/ 660705 w 660704"/>
              <a:gd name="connsiteY4" fmla="*/ 243793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660705" y="243793"/>
                </a:moveTo>
                <a:lnTo>
                  <a:pt x="660705" y="0"/>
                </a:lnTo>
                <a:cubicBezTo>
                  <a:pt x="324376" y="59055"/>
                  <a:pt x="59055" y="324339"/>
                  <a:pt x="0" y="660705"/>
                </a:cubicBezTo>
                <a:lnTo>
                  <a:pt x="243793" y="660705"/>
                </a:lnTo>
                <a:cubicBezTo>
                  <a:pt x="285885" y="451024"/>
                  <a:pt x="451024" y="285885"/>
                  <a:pt x="660705" y="24379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6">
            <a:extLst>
              <a:ext uri="{FF2B5EF4-FFF2-40B4-BE49-F238E27FC236}">
                <a16:creationId xmlns:a16="http://schemas.microsoft.com/office/drawing/2014/main" id="{237CEC14-F9EA-5671-74A5-62D60CA84D57}"/>
              </a:ext>
            </a:extLst>
          </p:cNvPr>
          <p:cNvSpPr/>
          <p:nvPr/>
        </p:nvSpPr>
        <p:spPr>
          <a:xfrm>
            <a:off x="9162559" y="2617385"/>
            <a:ext cx="907957" cy="907957"/>
          </a:xfrm>
          <a:custGeom>
            <a:avLst/>
            <a:gdLst>
              <a:gd name="connsiteX0" fmla="*/ 416912 w 660704"/>
              <a:gd name="connsiteY0" fmla="*/ 660705 h 660704"/>
              <a:gd name="connsiteX1" fmla="*/ 660705 w 660704"/>
              <a:gd name="connsiteY1" fmla="*/ 660705 h 660704"/>
              <a:gd name="connsiteX2" fmla="*/ 0 w 660704"/>
              <a:gd name="connsiteY2" fmla="*/ 0 h 660704"/>
              <a:gd name="connsiteX3" fmla="*/ 0 w 660704"/>
              <a:gd name="connsiteY3" fmla="*/ 243793 h 660704"/>
              <a:gd name="connsiteX4" fmla="*/ 416912 w 660704"/>
              <a:gd name="connsiteY4" fmla="*/ 660705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416912" y="660705"/>
                </a:moveTo>
                <a:lnTo>
                  <a:pt x="660705" y="660705"/>
                </a:lnTo>
                <a:cubicBezTo>
                  <a:pt x="601649" y="324376"/>
                  <a:pt x="336365" y="59055"/>
                  <a:pt x="0" y="0"/>
                </a:cubicBezTo>
                <a:lnTo>
                  <a:pt x="0" y="243793"/>
                </a:lnTo>
                <a:cubicBezTo>
                  <a:pt x="209681" y="285885"/>
                  <a:pt x="374820" y="451024"/>
                  <a:pt x="416912" y="66070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7">
            <a:extLst>
              <a:ext uri="{FF2B5EF4-FFF2-40B4-BE49-F238E27FC236}">
                <a16:creationId xmlns:a16="http://schemas.microsoft.com/office/drawing/2014/main" id="{1BE00EBC-5A78-B680-9AC0-6B356B9787BC}"/>
              </a:ext>
            </a:extLst>
          </p:cNvPr>
          <p:cNvSpPr/>
          <p:nvPr/>
        </p:nvSpPr>
        <p:spPr>
          <a:xfrm>
            <a:off x="6440165" y="3815124"/>
            <a:ext cx="2432663" cy="2432613"/>
          </a:xfrm>
          <a:custGeom>
            <a:avLst/>
            <a:gdLst>
              <a:gd name="connsiteX0" fmla="*/ 1770206 w 1770205"/>
              <a:gd name="connsiteY0" fmla="*/ 660668 h 1770168"/>
              <a:gd name="connsiteX1" fmla="*/ 1770206 w 1770205"/>
              <a:gd name="connsiteY1" fmla="*/ 1593152 h 1770168"/>
              <a:gd name="connsiteX2" fmla="*/ 1593189 w 1770205"/>
              <a:gd name="connsiteY2" fmla="*/ 1770169 h 1770168"/>
              <a:gd name="connsiteX3" fmla="*/ 177017 w 1770205"/>
              <a:gd name="connsiteY3" fmla="*/ 1770169 h 1770168"/>
              <a:gd name="connsiteX4" fmla="*/ 0 w 1770205"/>
              <a:gd name="connsiteY4" fmla="*/ 1593152 h 1770168"/>
              <a:gd name="connsiteX5" fmla="*/ 0 w 1770205"/>
              <a:gd name="connsiteY5" fmla="*/ 177017 h 1770168"/>
              <a:gd name="connsiteX6" fmla="*/ 177017 w 1770205"/>
              <a:gd name="connsiteY6" fmla="*/ 0 h 1770168"/>
              <a:gd name="connsiteX7" fmla="*/ 1109501 w 1770205"/>
              <a:gd name="connsiteY7" fmla="*/ 0 h 1770168"/>
              <a:gd name="connsiteX8" fmla="*/ 1770206 w 1770205"/>
              <a:gd name="connsiteY8" fmla="*/ 660705 h 177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168">
                <a:moveTo>
                  <a:pt x="1770206" y="660668"/>
                </a:moveTo>
                <a:lnTo>
                  <a:pt x="1770206" y="1593152"/>
                </a:lnTo>
                <a:cubicBezTo>
                  <a:pt x="1770206" y="1690922"/>
                  <a:pt x="1690959" y="1770169"/>
                  <a:pt x="1593189" y="1770169"/>
                </a:cubicBezTo>
                <a:lnTo>
                  <a:pt x="177017" y="1770169"/>
                </a:lnTo>
                <a:cubicBezTo>
                  <a:pt x="79247" y="1770169"/>
                  <a:pt x="0" y="1690922"/>
                  <a:pt x="0" y="1593152"/>
                </a:cubicBezTo>
                <a:lnTo>
                  <a:pt x="0" y="177017"/>
                </a:lnTo>
                <a:cubicBezTo>
                  <a:pt x="0" y="79248"/>
                  <a:pt x="79247" y="0"/>
                  <a:pt x="177017" y="0"/>
                </a:cubicBezTo>
                <a:lnTo>
                  <a:pt x="1109501" y="0"/>
                </a:lnTo>
                <a:cubicBezTo>
                  <a:pt x="1168557" y="336329"/>
                  <a:pt x="1433841" y="601650"/>
                  <a:pt x="1770206" y="660705"/>
                </a:cubicBezTo>
                <a:close/>
              </a:path>
            </a:pathLst>
          </a:custGeom>
          <a:solidFill>
            <a:srgbClr val="112868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8">
            <a:extLst>
              <a:ext uri="{FF2B5EF4-FFF2-40B4-BE49-F238E27FC236}">
                <a16:creationId xmlns:a16="http://schemas.microsoft.com/office/drawing/2014/main" id="{0AFD9F20-1D54-08A0-8520-4CF9AFD78AC8}"/>
              </a:ext>
            </a:extLst>
          </p:cNvPr>
          <p:cNvSpPr/>
          <p:nvPr/>
        </p:nvSpPr>
        <p:spPr>
          <a:xfrm>
            <a:off x="7964871" y="3815124"/>
            <a:ext cx="907957" cy="907957"/>
          </a:xfrm>
          <a:custGeom>
            <a:avLst/>
            <a:gdLst>
              <a:gd name="connsiteX0" fmla="*/ 243793 w 660704"/>
              <a:gd name="connsiteY0" fmla="*/ 0 h 660704"/>
              <a:gd name="connsiteX1" fmla="*/ 0 w 660704"/>
              <a:gd name="connsiteY1" fmla="*/ 0 h 660704"/>
              <a:gd name="connsiteX2" fmla="*/ 660705 w 660704"/>
              <a:gd name="connsiteY2" fmla="*/ 660705 h 660704"/>
              <a:gd name="connsiteX3" fmla="*/ 660705 w 660704"/>
              <a:gd name="connsiteY3" fmla="*/ 416912 h 660704"/>
              <a:gd name="connsiteX4" fmla="*/ 243793 w 660704"/>
              <a:gd name="connsiteY4" fmla="*/ 0 h 660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704" h="660704">
                <a:moveTo>
                  <a:pt x="243793" y="0"/>
                </a:moveTo>
                <a:lnTo>
                  <a:pt x="0" y="0"/>
                </a:lnTo>
                <a:cubicBezTo>
                  <a:pt x="59055" y="336329"/>
                  <a:pt x="324339" y="601650"/>
                  <a:pt x="660705" y="660705"/>
                </a:cubicBezTo>
                <a:lnTo>
                  <a:pt x="660705" y="416912"/>
                </a:lnTo>
                <a:cubicBezTo>
                  <a:pt x="451061" y="374820"/>
                  <a:pt x="285885" y="209681"/>
                  <a:pt x="24379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3" name="Graphic 3">
            <a:extLst>
              <a:ext uri="{FF2B5EF4-FFF2-40B4-BE49-F238E27FC236}">
                <a16:creationId xmlns:a16="http://schemas.microsoft.com/office/drawing/2014/main" id="{A2D630E5-B9B6-873D-E2F8-B5114E70EC95}"/>
              </a:ext>
            </a:extLst>
          </p:cNvPr>
          <p:cNvGrpSpPr/>
          <p:nvPr/>
        </p:nvGrpSpPr>
        <p:grpSpPr>
          <a:xfrm>
            <a:off x="9162508" y="3815074"/>
            <a:ext cx="2432663" cy="2432663"/>
            <a:chOff x="2979456" y="3873439"/>
            <a:chExt cx="1770205" cy="1770205"/>
          </a:xfrm>
          <a:solidFill>
            <a:srgbClr val="112868"/>
          </a:solidFill>
        </p:grpSpPr>
        <p:sp>
          <p:nvSpPr>
            <p:cNvPr id="24" name="Freeform: Shape 18">
              <a:extLst>
                <a:ext uri="{FF2B5EF4-FFF2-40B4-BE49-F238E27FC236}">
                  <a16:creationId xmlns:a16="http://schemas.microsoft.com/office/drawing/2014/main" id="{0EC0D9AA-7858-D358-8B21-C930F99EA884}"/>
                </a:ext>
              </a:extLst>
            </p:cNvPr>
            <p:cNvSpPr/>
            <p:nvPr/>
          </p:nvSpPr>
          <p:spPr>
            <a:xfrm>
              <a:off x="2979456" y="3873476"/>
              <a:ext cx="1770205" cy="1770168"/>
            </a:xfrm>
            <a:custGeom>
              <a:avLst/>
              <a:gdLst>
                <a:gd name="connsiteX0" fmla="*/ 37 w 1770205"/>
                <a:gd name="connsiteY0" fmla="*/ 660668 h 1770168"/>
                <a:gd name="connsiteX1" fmla="*/ 37 w 1770205"/>
                <a:gd name="connsiteY1" fmla="*/ 1593152 h 1770168"/>
                <a:gd name="connsiteX2" fmla="*/ 177054 w 1770205"/>
                <a:gd name="connsiteY2" fmla="*/ 1770169 h 1770168"/>
                <a:gd name="connsiteX3" fmla="*/ 1593189 w 1770205"/>
                <a:gd name="connsiteY3" fmla="*/ 1770169 h 1770168"/>
                <a:gd name="connsiteX4" fmla="*/ 1770206 w 1770205"/>
                <a:gd name="connsiteY4" fmla="*/ 1593152 h 1770168"/>
                <a:gd name="connsiteX5" fmla="*/ 1770206 w 1770205"/>
                <a:gd name="connsiteY5" fmla="*/ 177017 h 1770168"/>
                <a:gd name="connsiteX6" fmla="*/ 1593189 w 1770205"/>
                <a:gd name="connsiteY6" fmla="*/ 0 h 1770168"/>
                <a:gd name="connsiteX7" fmla="*/ 660705 w 1770205"/>
                <a:gd name="connsiteY7" fmla="*/ 0 h 1770168"/>
                <a:gd name="connsiteX8" fmla="*/ 0 w 1770205"/>
                <a:gd name="connsiteY8" fmla="*/ 660705 h 1770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0205" h="1770168">
                  <a:moveTo>
                    <a:pt x="37" y="660668"/>
                  </a:moveTo>
                  <a:lnTo>
                    <a:pt x="37" y="1593152"/>
                  </a:lnTo>
                  <a:cubicBezTo>
                    <a:pt x="37" y="1690922"/>
                    <a:pt x="79285" y="1770169"/>
                    <a:pt x="177054" y="1770169"/>
                  </a:cubicBezTo>
                  <a:lnTo>
                    <a:pt x="1593189" y="1770169"/>
                  </a:lnTo>
                  <a:cubicBezTo>
                    <a:pt x="1690959" y="1770169"/>
                    <a:pt x="1770206" y="1690922"/>
                    <a:pt x="1770206" y="1593152"/>
                  </a:cubicBezTo>
                  <a:lnTo>
                    <a:pt x="1770206" y="177017"/>
                  </a:lnTo>
                  <a:cubicBezTo>
                    <a:pt x="1770206" y="79248"/>
                    <a:pt x="1690959" y="0"/>
                    <a:pt x="1593189" y="0"/>
                  </a:cubicBezTo>
                  <a:lnTo>
                    <a:pt x="660705" y="0"/>
                  </a:lnTo>
                  <a:cubicBezTo>
                    <a:pt x="601649" y="336329"/>
                    <a:pt x="336365" y="601650"/>
                    <a:pt x="0" y="660705"/>
                  </a:cubicBezTo>
                  <a:close/>
                </a:path>
              </a:pathLst>
            </a:custGeom>
            <a:grpFill/>
            <a:ln w="3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9">
              <a:extLst>
                <a:ext uri="{FF2B5EF4-FFF2-40B4-BE49-F238E27FC236}">
                  <a16:creationId xmlns:a16="http://schemas.microsoft.com/office/drawing/2014/main" id="{F28E7DFB-E0BF-5D01-30C3-76BD84CFC223}"/>
                </a:ext>
              </a:extLst>
            </p:cNvPr>
            <p:cNvSpPr/>
            <p:nvPr/>
          </p:nvSpPr>
          <p:spPr>
            <a:xfrm>
              <a:off x="2979493" y="3873439"/>
              <a:ext cx="660704" cy="660704"/>
            </a:xfrm>
            <a:custGeom>
              <a:avLst/>
              <a:gdLst>
                <a:gd name="connsiteX0" fmla="*/ 0 w 660704"/>
                <a:gd name="connsiteY0" fmla="*/ 416912 h 660704"/>
                <a:gd name="connsiteX1" fmla="*/ 0 w 660704"/>
                <a:gd name="connsiteY1" fmla="*/ 660705 h 660704"/>
                <a:gd name="connsiteX2" fmla="*/ 660705 w 660704"/>
                <a:gd name="connsiteY2" fmla="*/ 0 h 660704"/>
                <a:gd name="connsiteX3" fmla="*/ 416912 w 660704"/>
                <a:gd name="connsiteY3" fmla="*/ 0 h 660704"/>
                <a:gd name="connsiteX4" fmla="*/ 0 w 660704"/>
                <a:gd name="connsiteY4" fmla="*/ 416912 h 66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0704" h="660704">
                  <a:moveTo>
                    <a:pt x="0" y="416912"/>
                  </a:moveTo>
                  <a:lnTo>
                    <a:pt x="0" y="660705"/>
                  </a:lnTo>
                  <a:cubicBezTo>
                    <a:pt x="336328" y="601649"/>
                    <a:pt x="601649" y="336365"/>
                    <a:pt x="660705" y="0"/>
                  </a:cubicBezTo>
                  <a:lnTo>
                    <a:pt x="416912" y="0"/>
                  </a:lnTo>
                  <a:cubicBezTo>
                    <a:pt x="374820" y="209644"/>
                    <a:pt x="209681" y="374820"/>
                    <a:pt x="0" y="416912"/>
                  </a:cubicBezTo>
                  <a:close/>
                </a:path>
              </a:pathLst>
            </a:custGeom>
            <a:solidFill>
              <a:srgbClr val="D9D9D9"/>
            </a:solidFill>
            <a:ln w="3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6" name="Freeform: Shape 10">
            <a:extLst>
              <a:ext uri="{FF2B5EF4-FFF2-40B4-BE49-F238E27FC236}">
                <a16:creationId xmlns:a16="http://schemas.microsoft.com/office/drawing/2014/main" id="{FA578EC7-751B-9665-0C4A-5342F402CBAF}"/>
              </a:ext>
            </a:extLst>
          </p:cNvPr>
          <p:cNvSpPr/>
          <p:nvPr/>
        </p:nvSpPr>
        <p:spPr>
          <a:xfrm>
            <a:off x="9162507" y="1092679"/>
            <a:ext cx="2432663" cy="2432663"/>
          </a:xfrm>
          <a:custGeom>
            <a:avLst/>
            <a:gdLst>
              <a:gd name="connsiteX0" fmla="*/ 37 w 1770205"/>
              <a:gd name="connsiteY0" fmla="*/ 1109501 h 1770205"/>
              <a:gd name="connsiteX1" fmla="*/ 37 w 1770205"/>
              <a:gd name="connsiteY1" fmla="*/ 177017 h 1770205"/>
              <a:gd name="connsiteX2" fmla="*/ 177054 w 1770205"/>
              <a:gd name="connsiteY2" fmla="*/ 0 h 1770205"/>
              <a:gd name="connsiteX3" fmla="*/ 1593189 w 1770205"/>
              <a:gd name="connsiteY3" fmla="*/ 0 h 1770205"/>
              <a:gd name="connsiteX4" fmla="*/ 1770206 w 1770205"/>
              <a:gd name="connsiteY4" fmla="*/ 177017 h 1770205"/>
              <a:gd name="connsiteX5" fmla="*/ 1770206 w 1770205"/>
              <a:gd name="connsiteY5" fmla="*/ 1593189 h 1770205"/>
              <a:gd name="connsiteX6" fmla="*/ 1593189 w 1770205"/>
              <a:gd name="connsiteY6" fmla="*/ 1770206 h 1770205"/>
              <a:gd name="connsiteX7" fmla="*/ 660705 w 1770205"/>
              <a:gd name="connsiteY7" fmla="*/ 1770206 h 1770205"/>
              <a:gd name="connsiteX8" fmla="*/ 0 w 1770205"/>
              <a:gd name="connsiteY8" fmla="*/ 1109501 h 17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205">
                <a:moveTo>
                  <a:pt x="37" y="1109501"/>
                </a:moveTo>
                <a:lnTo>
                  <a:pt x="37" y="177017"/>
                </a:lnTo>
                <a:cubicBezTo>
                  <a:pt x="37" y="79247"/>
                  <a:pt x="79285" y="0"/>
                  <a:pt x="177054" y="0"/>
                </a:cubicBezTo>
                <a:lnTo>
                  <a:pt x="1593189" y="0"/>
                </a:lnTo>
                <a:cubicBezTo>
                  <a:pt x="1690959" y="0"/>
                  <a:pt x="1770206" y="79247"/>
                  <a:pt x="1770206" y="177017"/>
                </a:cubicBezTo>
                <a:lnTo>
                  <a:pt x="1770206" y="1593189"/>
                </a:lnTo>
                <a:cubicBezTo>
                  <a:pt x="1770206" y="1690959"/>
                  <a:pt x="1690959" y="1770206"/>
                  <a:pt x="1593189" y="1770206"/>
                </a:cubicBezTo>
                <a:lnTo>
                  <a:pt x="660705" y="1770206"/>
                </a:lnTo>
                <a:cubicBezTo>
                  <a:pt x="601649" y="1433878"/>
                  <a:pt x="336365" y="1168557"/>
                  <a:pt x="0" y="1109501"/>
                </a:cubicBezTo>
                <a:close/>
              </a:path>
            </a:pathLst>
          </a:custGeom>
          <a:solidFill>
            <a:srgbClr val="112868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11">
            <a:extLst>
              <a:ext uri="{FF2B5EF4-FFF2-40B4-BE49-F238E27FC236}">
                <a16:creationId xmlns:a16="http://schemas.microsoft.com/office/drawing/2014/main" id="{61CB2EE3-EBC1-5E9D-F171-1DFF6C86B3BB}"/>
              </a:ext>
            </a:extLst>
          </p:cNvPr>
          <p:cNvSpPr/>
          <p:nvPr/>
        </p:nvSpPr>
        <p:spPr>
          <a:xfrm>
            <a:off x="6440165" y="1092679"/>
            <a:ext cx="2432663" cy="2432663"/>
          </a:xfrm>
          <a:custGeom>
            <a:avLst/>
            <a:gdLst>
              <a:gd name="connsiteX0" fmla="*/ 1770206 w 1770205"/>
              <a:gd name="connsiteY0" fmla="*/ 1109501 h 1770205"/>
              <a:gd name="connsiteX1" fmla="*/ 1770206 w 1770205"/>
              <a:gd name="connsiteY1" fmla="*/ 177017 h 1770205"/>
              <a:gd name="connsiteX2" fmla="*/ 1593189 w 1770205"/>
              <a:gd name="connsiteY2" fmla="*/ 0 h 1770205"/>
              <a:gd name="connsiteX3" fmla="*/ 177017 w 1770205"/>
              <a:gd name="connsiteY3" fmla="*/ 0 h 1770205"/>
              <a:gd name="connsiteX4" fmla="*/ 0 w 1770205"/>
              <a:gd name="connsiteY4" fmla="*/ 177017 h 1770205"/>
              <a:gd name="connsiteX5" fmla="*/ 0 w 1770205"/>
              <a:gd name="connsiteY5" fmla="*/ 1593189 h 1770205"/>
              <a:gd name="connsiteX6" fmla="*/ 177017 w 1770205"/>
              <a:gd name="connsiteY6" fmla="*/ 1770206 h 1770205"/>
              <a:gd name="connsiteX7" fmla="*/ 1109501 w 1770205"/>
              <a:gd name="connsiteY7" fmla="*/ 1770206 h 1770205"/>
              <a:gd name="connsiteX8" fmla="*/ 1770206 w 1770205"/>
              <a:gd name="connsiteY8" fmla="*/ 1109501 h 17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0205" h="1770205">
                <a:moveTo>
                  <a:pt x="1770206" y="1109501"/>
                </a:moveTo>
                <a:lnTo>
                  <a:pt x="1770206" y="177017"/>
                </a:lnTo>
                <a:cubicBezTo>
                  <a:pt x="1770206" y="79247"/>
                  <a:pt x="1690959" y="0"/>
                  <a:pt x="1593189" y="0"/>
                </a:cubicBezTo>
                <a:lnTo>
                  <a:pt x="177017" y="0"/>
                </a:lnTo>
                <a:cubicBezTo>
                  <a:pt x="79247" y="0"/>
                  <a:pt x="0" y="79247"/>
                  <a:pt x="0" y="177017"/>
                </a:cubicBezTo>
                <a:lnTo>
                  <a:pt x="0" y="1593189"/>
                </a:lnTo>
                <a:cubicBezTo>
                  <a:pt x="0" y="1690959"/>
                  <a:pt x="79247" y="1770206"/>
                  <a:pt x="177017" y="1770206"/>
                </a:cubicBezTo>
                <a:lnTo>
                  <a:pt x="1109501" y="1770206"/>
                </a:lnTo>
                <a:cubicBezTo>
                  <a:pt x="1168557" y="1433878"/>
                  <a:pt x="1433841" y="1168557"/>
                  <a:pt x="1770206" y="1109501"/>
                </a:cubicBezTo>
                <a:close/>
              </a:path>
            </a:pathLst>
          </a:custGeom>
          <a:solidFill>
            <a:srgbClr val="112868"/>
          </a:solidFill>
          <a:ln w="37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92621867-14EA-4782-0CA1-8797BBDB37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6851673" y="1813002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2D63064F-DC52-C086-9749-2F68FDDD918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9691372" y="1813002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D8B53E64-9F4F-B9CB-C082-4025FCB2757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6851673" y="501276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60E9E251-263F-BC17-F837-65F4CF3AA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9691372" y="5012763"/>
            <a:ext cx="1462640" cy="406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86103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BE671D-AEDF-7BF0-591E-A3BB7E2B2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6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7EA5C-0C88-9937-471C-F2EEC0B1795E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1ADF-9314-16CC-B03D-64962E3D5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2" name="Picture Placeholder 37">
            <a:extLst>
              <a:ext uri="{FF2B5EF4-FFF2-40B4-BE49-F238E27FC236}">
                <a16:creationId xmlns:a16="http://schemas.microsoft.com/office/drawing/2014/main" id="{74E9F594-32F8-B0ED-D32D-226BC0D86C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2618" y="977038"/>
            <a:ext cx="3584927" cy="53017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3762484-E660-13E9-DF50-3440CC059CB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4454" y="1136650"/>
            <a:ext cx="7381073" cy="5045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379233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BE671D-AEDF-7BF0-591E-A3BB7E2B2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6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7EA5C-0C88-9937-471C-F2EEC0B1795E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B1ADF-9314-16CC-B03D-64962E3D5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60D3C4-089A-89DF-003F-080875F761D5}"/>
              </a:ext>
            </a:extLst>
          </p:cNvPr>
          <p:cNvSpPr/>
          <p:nvPr/>
        </p:nvSpPr>
        <p:spPr>
          <a:xfrm>
            <a:off x="0" y="5034875"/>
            <a:ext cx="12008146" cy="1202038"/>
          </a:xfrm>
          <a:prstGeom prst="rect">
            <a:avLst/>
          </a:prstGeom>
          <a:solidFill>
            <a:srgbClr val="11286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37">
            <a:extLst>
              <a:ext uri="{FF2B5EF4-FFF2-40B4-BE49-F238E27FC236}">
                <a16:creationId xmlns:a16="http://schemas.microsoft.com/office/drawing/2014/main" id="{5481EE72-E1CE-5B81-0FE1-0F4F0E4E2B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3554" y="1324451"/>
            <a:ext cx="3954513" cy="2671885"/>
          </a:xfrm>
          <a:prstGeom prst="parallelogram">
            <a:avLst>
              <a:gd name="adj" fmla="val 57192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37">
            <a:extLst>
              <a:ext uri="{FF2B5EF4-FFF2-40B4-BE49-F238E27FC236}">
                <a16:creationId xmlns:a16="http://schemas.microsoft.com/office/drawing/2014/main" id="{59530978-9E15-C6E6-B94A-F280865209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92529" y="1324451"/>
            <a:ext cx="3954513" cy="2671885"/>
          </a:xfrm>
          <a:prstGeom prst="parallelogram">
            <a:avLst>
              <a:gd name="adj" fmla="val 57192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37">
            <a:extLst>
              <a:ext uri="{FF2B5EF4-FFF2-40B4-BE49-F238E27FC236}">
                <a16:creationId xmlns:a16="http://schemas.microsoft.com/office/drawing/2014/main" id="{EDD58B23-E1E0-FE80-776D-665CF7432F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21504" y="1324451"/>
            <a:ext cx="3954513" cy="2671885"/>
          </a:xfrm>
          <a:prstGeom prst="parallelogram">
            <a:avLst>
              <a:gd name="adj" fmla="val 57192"/>
            </a:avLst>
          </a:pr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C3116B14-EBED-05EB-D50D-69F3E3EF03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9972" y="5155292"/>
            <a:ext cx="10732057" cy="10175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99BDD8AE-6E2A-13F0-22AA-E6D656BC3F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61303" y="4121325"/>
            <a:ext cx="3107754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3CDBDC34-6B62-EF9F-4A29-2BCDF1E8D4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1303" y="4584130"/>
            <a:ext cx="3107754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F3E660EF-FEA1-BDC5-4E8F-E866E94A74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87354" y="4121325"/>
            <a:ext cx="3107754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C66D7E4C-100F-91D3-C32D-1EE39C56DD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7354" y="4584130"/>
            <a:ext cx="3107754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F20D8902-62FF-7D88-CFA5-ADBD9085AB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21504" y="4121325"/>
            <a:ext cx="3107754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2868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07FDAAC6-2BBC-9EB8-E070-B6B6C26E6B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21504" y="4584130"/>
            <a:ext cx="3107754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429091701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1A485D-92E9-250E-500C-5B1EBBEDFB01}"/>
              </a:ext>
            </a:extLst>
          </p:cNvPr>
          <p:cNvSpPr/>
          <p:nvPr/>
        </p:nvSpPr>
        <p:spPr>
          <a:xfrm>
            <a:off x="6405161" y="1379547"/>
            <a:ext cx="268942" cy="1295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EB93DA-FF19-7480-02CF-BAC6E647C44F}"/>
              </a:ext>
            </a:extLst>
          </p:cNvPr>
          <p:cNvSpPr/>
          <p:nvPr/>
        </p:nvSpPr>
        <p:spPr>
          <a:xfrm>
            <a:off x="9369617" y="1379547"/>
            <a:ext cx="268942" cy="12958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9E6D67-022B-2F68-D195-D56ACFD8945D}"/>
              </a:ext>
            </a:extLst>
          </p:cNvPr>
          <p:cNvSpPr/>
          <p:nvPr/>
        </p:nvSpPr>
        <p:spPr>
          <a:xfrm>
            <a:off x="3440706" y="1379547"/>
            <a:ext cx="268942" cy="1295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A03AC7-6A31-BDCF-D245-CCAA6D2B0AED}"/>
              </a:ext>
            </a:extLst>
          </p:cNvPr>
          <p:cNvSpPr/>
          <p:nvPr/>
        </p:nvSpPr>
        <p:spPr>
          <a:xfrm>
            <a:off x="476250" y="1379547"/>
            <a:ext cx="268942" cy="12958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39">
            <a:extLst>
              <a:ext uri="{FF2B5EF4-FFF2-40B4-BE49-F238E27FC236}">
                <a16:creationId xmlns:a16="http://schemas.microsoft.com/office/drawing/2014/main" id="{C10EDC7E-0359-3D2A-09A9-9AE603EF5D7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9888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39">
            <a:extLst>
              <a:ext uri="{FF2B5EF4-FFF2-40B4-BE49-F238E27FC236}">
                <a16:creationId xmlns:a16="http://schemas.microsoft.com/office/drawing/2014/main" id="{E88530A2-A524-9A9E-8412-61341D1B53D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07455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39">
            <a:extLst>
              <a:ext uri="{FF2B5EF4-FFF2-40B4-BE49-F238E27FC236}">
                <a16:creationId xmlns:a16="http://schemas.microsoft.com/office/drawing/2014/main" id="{2FF23220-503B-1C2B-C330-2D215232A33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668040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39">
            <a:extLst>
              <a:ext uri="{FF2B5EF4-FFF2-40B4-BE49-F238E27FC236}">
                <a16:creationId xmlns:a16="http://schemas.microsoft.com/office/drawing/2014/main" id="{542B0FB1-9BC6-C2AD-5F4F-2C5459B197E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638559" y="1390487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756F96-692E-2EA1-3324-B4C8E5A83385}"/>
              </a:ext>
            </a:extLst>
          </p:cNvPr>
          <p:cNvSpPr/>
          <p:nvPr/>
        </p:nvSpPr>
        <p:spPr>
          <a:xfrm>
            <a:off x="6405161" y="3888185"/>
            <a:ext cx="268942" cy="12958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60C281-7A80-3859-8FD8-120E6955AC3D}"/>
              </a:ext>
            </a:extLst>
          </p:cNvPr>
          <p:cNvSpPr/>
          <p:nvPr/>
        </p:nvSpPr>
        <p:spPr>
          <a:xfrm>
            <a:off x="9369617" y="3888185"/>
            <a:ext cx="268942" cy="12958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C37457-CEEA-F5A4-005C-9E1027029CBF}"/>
              </a:ext>
            </a:extLst>
          </p:cNvPr>
          <p:cNvSpPr/>
          <p:nvPr/>
        </p:nvSpPr>
        <p:spPr>
          <a:xfrm>
            <a:off x="3440706" y="3888185"/>
            <a:ext cx="268942" cy="1295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753843-3C2D-4E47-B889-7B1AC1D25AD7}"/>
              </a:ext>
            </a:extLst>
          </p:cNvPr>
          <p:cNvSpPr/>
          <p:nvPr/>
        </p:nvSpPr>
        <p:spPr>
          <a:xfrm>
            <a:off x="476250" y="3888185"/>
            <a:ext cx="268942" cy="12958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9">
            <a:extLst>
              <a:ext uri="{FF2B5EF4-FFF2-40B4-BE49-F238E27FC236}">
                <a16:creationId xmlns:a16="http://schemas.microsoft.com/office/drawing/2014/main" id="{777DCB8F-16C5-7668-1DCB-1C876924789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49888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39">
            <a:extLst>
              <a:ext uri="{FF2B5EF4-FFF2-40B4-BE49-F238E27FC236}">
                <a16:creationId xmlns:a16="http://schemas.microsoft.com/office/drawing/2014/main" id="{D5595B18-A6E1-C375-D23E-877E6E19B62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707455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39">
            <a:extLst>
              <a:ext uri="{FF2B5EF4-FFF2-40B4-BE49-F238E27FC236}">
                <a16:creationId xmlns:a16="http://schemas.microsoft.com/office/drawing/2014/main" id="{1E0832B2-3C20-B791-C1D4-E691E5C920F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68040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39">
            <a:extLst>
              <a:ext uri="{FF2B5EF4-FFF2-40B4-BE49-F238E27FC236}">
                <a16:creationId xmlns:a16="http://schemas.microsoft.com/office/drawing/2014/main" id="{3A3D8EEC-017F-1FA8-328E-C28F8A1C527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638559" y="3899125"/>
            <a:ext cx="2124075" cy="12842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24">
            <a:extLst>
              <a:ext uri="{FF2B5EF4-FFF2-40B4-BE49-F238E27FC236}">
                <a16:creationId xmlns:a16="http://schemas.microsoft.com/office/drawing/2014/main" id="{DF6D5191-895D-9991-838D-F7A63EE78B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250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75084449-FE8B-9D43-E1F9-0B7C9F8164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6250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24">
            <a:extLst>
              <a:ext uri="{FF2B5EF4-FFF2-40B4-BE49-F238E27FC236}">
                <a16:creationId xmlns:a16="http://schemas.microsoft.com/office/drawing/2014/main" id="{26B23555-AA5D-7E55-B76F-8D4B85BAF4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33817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AC43175D-A00E-2CBC-D858-1992E336746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33817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E2E634C-A879-8E4C-FFD5-0062020CE39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5161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B3A12C8D-E2F9-7841-A3C6-215DF53628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05161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1311E27E-F517-176E-C8FF-195FAB3E55D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376505" y="277234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97C021CE-8394-EC44-09A0-75AAB820C5C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376505" y="315068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4AD4AEA6-EB0F-1F36-BC9A-CB2E9F9365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6250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23791200-B83C-FAD7-2C0A-5F5FE2208E4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6250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C6C40406-AA4F-D40C-4855-58261508916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33817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48A78B42-7627-33F1-C6E3-33BD58FD700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33817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342A2C28-5611-5B9D-F2AE-5919B00419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405161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96EC3FAF-DAE1-5F10-E740-5DDE107382D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05161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B9D3EEFC-816B-50BA-892E-35DC6757072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376505" y="5270611"/>
            <a:ext cx="2397713" cy="3254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4E757D15-661F-FA3A-2CF1-971D29426B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376505" y="5648953"/>
            <a:ext cx="2397713" cy="3254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39231284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8115A-D2CC-6436-F372-45F79FF54E8E}"/>
              </a:ext>
            </a:extLst>
          </p:cNvPr>
          <p:cNvSpPr/>
          <p:nvPr userDrawn="1"/>
        </p:nvSpPr>
        <p:spPr>
          <a:xfrm>
            <a:off x="8088140" y="0"/>
            <a:ext cx="4103860" cy="6858000"/>
          </a:xfrm>
          <a:prstGeom prst="rect">
            <a:avLst/>
          </a:prstGeom>
          <a:solidFill>
            <a:srgbClr val="1128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CCE4030-2D6D-D413-9F8B-27838FA2BD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77957" y="3869367"/>
            <a:ext cx="3220129" cy="23409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</a:t>
            </a:r>
          </a:p>
        </p:txBody>
      </p:sp>
      <p:sp>
        <p:nvSpPr>
          <p:cNvPr id="5" name="Picture Placeholder 39">
            <a:extLst>
              <a:ext uri="{FF2B5EF4-FFF2-40B4-BE49-F238E27FC236}">
                <a16:creationId xmlns:a16="http://schemas.microsoft.com/office/drawing/2014/main" id="{D4C1FD55-35CF-876E-0E35-B7920688AEF2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112270" y="0"/>
            <a:ext cx="4079730" cy="33348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4B61713-7D96-4170-9FB1-4A12EE42002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99379" y="1542004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Add text here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AB3DF79-7CF4-F274-802C-337F341EEC5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9379" y="2424131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Add text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DCC9099-7C34-FDE5-EE20-A7F7EA9B683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99379" y="3356531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Add text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A0FD3E9-688C-3E10-038D-43D8E10A881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9379" y="4238658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Add text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A67D0C-BFA4-F19A-3B7F-F2AD08B1644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99379" y="5120785"/>
            <a:ext cx="5431864" cy="448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Add text here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DCA426-4C89-6842-B3BC-54B7B6A251EE}"/>
              </a:ext>
            </a:extLst>
          </p:cNvPr>
          <p:cNvSpPr txBox="1"/>
          <p:nvPr/>
        </p:nvSpPr>
        <p:spPr>
          <a:xfrm>
            <a:off x="11023628" y="6472081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bg1"/>
                </a:solidFill>
                <a:latin typeface="+mn-lt"/>
              </a:rPr>
              <a:pPr algn="r" defTabSz="914354"/>
              <a:t>‹#›</a:t>
            </a:fld>
            <a:endParaRPr lang="en-US" sz="1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196638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White_Corpo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Two column layout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A77C9AF-A216-3DEA-BB77-2E439D2AF9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549" y="1145394"/>
            <a:ext cx="5141499" cy="546360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Column 1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0EBD3-BA51-370E-089C-685236FB00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9349" y="1145394"/>
            <a:ext cx="5141499" cy="546360"/>
          </a:xfrm>
          <a:prstGeom prst="rect">
            <a:avLst/>
          </a:prstGeom>
          <a:solidFill>
            <a:srgbClr val="1BACDD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Column 2 Title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A929515E-2055-2175-E62E-60055854BF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3550" y="1692275"/>
            <a:ext cx="51196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87772B36-7FC9-9C9F-7AFF-043B8AB550D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620254" y="1692275"/>
            <a:ext cx="51196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84687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White_Corpo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Three column layout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504F7CF-2714-C2AC-12A0-6648146167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550" y="1145394"/>
            <a:ext cx="3370888" cy="546360"/>
          </a:xfrm>
          <a:prstGeom prst="rect">
            <a:avLst/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Column 1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78DEE-8A93-E08D-AB9F-A58316F752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10556" y="1145394"/>
            <a:ext cx="3370888" cy="546360"/>
          </a:xfrm>
          <a:prstGeom prst="rect">
            <a:avLst/>
          </a:prstGeom>
          <a:solidFill>
            <a:srgbClr val="0556CD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Column 2 Title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749D74C-E975-0A16-A82C-7B510848EC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4214" y="1145394"/>
            <a:ext cx="3370888" cy="546360"/>
          </a:xfrm>
          <a:prstGeom prst="rect">
            <a:avLst/>
          </a:prstGeom>
          <a:solidFill>
            <a:srgbClr val="058EFF"/>
          </a:solidFill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Column 3 Title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56AD3711-55EE-2B5E-BA43-BC4F34CDE6D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3550" y="1692275"/>
            <a:ext cx="33708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49274DF3-5D83-2F77-791B-54D17754120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10556" y="1692275"/>
            <a:ext cx="33708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15AF999-95BA-96ED-764B-623DF6D2634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384214" y="1692275"/>
            <a:ext cx="3370888" cy="4516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spcBef>
                <a:spcPts val="120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9731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7A0F312-CFE2-EF3C-055F-E90DAF63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16917" y="2146980"/>
            <a:ext cx="6421307" cy="15312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</a:t>
            </a:r>
          </a:p>
        </p:txBody>
      </p:sp>
      <p:sp>
        <p:nvSpPr>
          <p:cNvPr id="4" name="Picture Placeholder 39">
            <a:extLst>
              <a:ext uri="{FF2B5EF4-FFF2-40B4-BE49-F238E27FC236}">
                <a16:creationId xmlns:a16="http://schemas.microsoft.com/office/drawing/2014/main" id="{04139990-3122-B7D2-F93A-C332A3AF62D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60600" y="1743234"/>
            <a:ext cx="4191788" cy="35982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A047470-03EC-96C9-72E9-789F57202E4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216917" y="4048909"/>
            <a:ext cx="6430066" cy="8672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00" b="1"/>
            </a:lvl1pPr>
            <a:lvl2pPr marL="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4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n-US" dirty="0"/>
              <a:t>Name to come here</a:t>
            </a:r>
          </a:p>
        </p:txBody>
      </p:sp>
    </p:spTree>
    <p:extLst>
      <p:ext uri="{BB962C8B-B14F-4D97-AF65-F5344CB8AC3E}">
        <p14:creationId xmlns:p14="http://schemas.microsoft.com/office/powerpoint/2010/main" val="325460407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Color Palette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3E4BAC-C92D-A504-2CB6-A3516CD3FD7D}"/>
              </a:ext>
            </a:extLst>
          </p:cNvPr>
          <p:cNvSpPr txBox="1"/>
          <p:nvPr/>
        </p:nvSpPr>
        <p:spPr>
          <a:xfrm>
            <a:off x="430094" y="1798950"/>
            <a:ext cx="5010810" cy="7386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dirty="0"/>
              <a:t>Primary palette, high saturated blue to give the brand a young look along with carefully curated complementary colors to give the brand a crisp and sharp look. 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9C08BDD-D413-C2E6-E90F-D9A354D3DF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393" y="2622944"/>
            <a:ext cx="5415052" cy="3404423"/>
          </a:xfrm>
          <a:prstGeom prst="rect">
            <a:avLst/>
          </a:prstGeom>
        </p:spPr>
      </p:pic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55C5F1E8-C841-FE50-4C75-B714E7CCBB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1429" y="2680294"/>
            <a:ext cx="5616344" cy="32771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85D1F6-2C67-5459-0B2B-21F891EBC907}"/>
              </a:ext>
            </a:extLst>
          </p:cNvPr>
          <p:cNvSpPr txBox="1"/>
          <p:nvPr/>
        </p:nvSpPr>
        <p:spPr>
          <a:xfrm>
            <a:off x="430094" y="1220776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 dirty="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Primary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D977B-CE5E-A77E-84EC-264BAD087D96}"/>
              </a:ext>
            </a:extLst>
          </p:cNvPr>
          <p:cNvSpPr txBox="1"/>
          <p:nvPr/>
        </p:nvSpPr>
        <p:spPr>
          <a:xfrm>
            <a:off x="6169115" y="1791312"/>
            <a:ext cx="5343991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b="0" dirty="0">
                <a:effectLst/>
                <a:latin typeface="+mn-lt"/>
              </a:rPr>
              <a:t>Secondary palette comprising of more neutral shade that gets the balance right complementing our vibrant primary colors. </a:t>
            </a:r>
            <a:endParaRPr lang="en-US" sz="14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63CA85-25DA-B98B-9301-8F17819B94B9}"/>
              </a:ext>
            </a:extLst>
          </p:cNvPr>
          <p:cNvSpPr txBox="1"/>
          <p:nvPr/>
        </p:nvSpPr>
        <p:spPr>
          <a:xfrm>
            <a:off x="6169116" y="1213138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 dirty="0">
                <a:solidFill>
                  <a:srgbClr val="1BACDD"/>
                </a:solidFill>
                <a:effectLst/>
                <a:latin typeface="+mn-lt"/>
              </a:rPr>
              <a:t>Secondary </a:t>
            </a:r>
          </a:p>
        </p:txBody>
      </p:sp>
    </p:spTree>
    <p:extLst>
      <p:ext uri="{BB962C8B-B14F-4D97-AF65-F5344CB8AC3E}">
        <p14:creationId xmlns:p14="http://schemas.microsoft.com/office/powerpoint/2010/main" val="191669211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Gradient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EA64B2-8035-5894-5039-21E183073D17}"/>
              </a:ext>
            </a:extLst>
          </p:cNvPr>
          <p:cNvSpPr txBox="1"/>
          <p:nvPr/>
        </p:nvSpPr>
        <p:spPr>
          <a:xfrm>
            <a:off x="430094" y="3371220"/>
            <a:ext cx="3362417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algn="l" defTabSz="914377" rtl="0" eaLnBrk="1" latinLnBrk="0" hangingPunct="1"/>
            <a:r>
              <a:rPr lang="en-US" sz="14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Gradients generated from the </a:t>
            </a:r>
            <a:r>
              <a:rPr lang="en-US" sz="14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colours</a:t>
            </a:r>
            <a:r>
              <a:rPr lang="en-US" sz="14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three industries ‘Mobility, Sustainability, Tech’ to re-imagine accent language of the brand in whole.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86E889-3C15-5D88-7746-4F4E9087BD6C}"/>
              </a:ext>
            </a:extLst>
          </p:cNvPr>
          <p:cNvSpPr txBox="1"/>
          <p:nvPr/>
        </p:nvSpPr>
        <p:spPr>
          <a:xfrm>
            <a:off x="430094" y="2793046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 dirty="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Gradients 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FF5EB93-B896-8B1D-CDC9-0D481002D3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1069904"/>
            <a:ext cx="4172262" cy="534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1616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Fonts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4436A5-71D0-7201-7C93-C8372BF10F69}"/>
              </a:ext>
            </a:extLst>
          </p:cNvPr>
          <p:cNvSpPr txBox="1"/>
          <p:nvPr/>
        </p:nvSpPr>
        <p:spPr>
          <a:xfrm>
            <a:off x="430094" y="1958851"/>
            <a:ext cx="355729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 dirty="0">
                <a:effectLst/>
                <a:latin typeface="+mn-lt"/>
              </a:rPr>
              <a:t>ABCDEFGHIJKLMNOPQRSTUVWXYZ </a:t>
            </a:r>
            <a:r>
              <a:rPr lang="en-US" sz="1800" dirty="0" err="1">
                <a:effectLst/>
                <a:latin typeface="+mn-lt"/>
              </a:rPr>
              <a:t>abcdefghijklmnopqrstuvwxyz</a:t>
            </a:r>
            <a:r>
              <a:rPr lang="en-US" sz="1800" dirty="0">
                <a:effectLst/>
                <a:latin typeface="+mn-lt"/>
              </a:rPr>
              <a:t> 1234567890</a:t>
            </a:r>
            <a:br>
              <a:rPr lang="en-US" sz="1800" dirty="0">
                <a:effectLst/>
                <a:latin typeface="+mn-lt"/>
              </a:rPr>
            </a:br>
            <a:r>
              <a:rPr lang="en-US" sz="1800" dirty="0">
                <a:effectLst/>
                <a:latin typeface="+mn-lt"/>
              </a:rPr>
              <a:t>(.,;:”!@#$%^&amp;*_-) </a:t>
            </a:r>
            <a:endParaRPr lang="en-US" sz="14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E749B-09F0-C37E-F4AD-E390AD9972FF}"/>
              </a:ext>
            </a:extLst>
          </p:cNvPr>
          <p:cNvSpPr txBox="1"/>
          <p:nvPr/>
        </p:nvSpPr>
        <p:spPr>
          <a:xfrm>
            <a:off x="430094" y="1380677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 dirty="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Calibri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811A60-57BC-402A-04E7-9F8A6BA453C0}"/>
              </a:ext>
            </a:extLst>
          </p:cNvPr>
          <p:cNvSpPr txBox="1"/>
          <p:nvPr/>
        </p:nvSpPr>
        <p:spPr>
          <a:xfrm>
            <a:off x="460600" y="4267335"/>
            <a:ext cx="3946508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 b="1" dirty="0">
                <a:effectLst/>
                <a:latin typeface="+mn-lt"/>
              </a:rPr>
              <a:t>ABCDEFGHIJKLMNOPQRSTUVWXYZ </a:t>
            </a:r>
            <a:r>
              <a:rPr lang="en-US" sz="1800" b="1" dirty="0" err="1">
                <a:effectLst/>
                <a:latin typeface="+mn-lt"/>
              </a:rPr>
              <a:t>abcdefghijklmnopqrstuvwxyz</a:t>
            </a:r>
            <a:r>
              <a:rPr lang="en-US" sz="1800" b="1" dirty="0">
                <a:effectLst/>
                <a:latin typeface="+mn-lt"/>
              </a:rPr>
              <a:t> 1234567890</a:t>
            </a:r>
            <a:br>
              <a:rPr lang="en-US" sz="1800" b="1" dirty="0">
                <a:effectLst/>
                <a:latin typeface="+mn-lt"/>
              </a:rPr>
            </a:br>
            <a:r>
              <a:rPr lang="en-US" sz="1800" b="1" dirty="0">
                <a:effectLst/>
                <a:latin typeface="+mn-lt"/>
              </a:rPr>
              <a:t>(.,;:”!@#$%^&amp;*_-) </a:t>
            </a:r>
            <a:endParaRPr lang="en-US" sz="1400" b="1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8A058A-92C2-FA75-14CD-084E86CD5B5D}"/>
              </a:ext>
            </a:extLst>
          </p:cNvPr>
          <p:cNvSpPr txBox="1"/>
          <p:nvPr/>
        </p:nvSpPr>
        <p:spPr>
          <a:xfrm>
            <a:off x="460600" y="3764111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 dirty="0">
                <a:solidFill>
                  <a:srgbClr val="19AADB"/>
                </a:solidFill>
                <a:effectLst/>
                <a:latin typeface="+mn-lt"/>
              </a:rPr>
              <a:t>Calibri  bold </a:t>
            </a:r>
            <a:endParaRPr lang="en-US" sz="3000" b="1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9D1F42-A8DC-2B34-325C-9B51C690F306}"/>
              </a:ext>
            </a:extLst>
          </p:cNvPr>
          <p:cNvSpPr txBox="1"/>
          <p:nvPr/>
        </p:nvSpPr>
        <p:spPr>
          <a:xfrm>
            <a:off x="5265384" y="1958851"/>
            <a:ext cx="4598143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/>
              <a:t>Calibri font (body) </a:t>
            </a:r>
            <a:r>
              <a:rPr lang="en-US" sz="1800" dirty="0"/>
              <a:t>should be used. Body text color should be </a:t>
            </a:r>
            <a:r>
              <a:rPr lang="en-US" sz="1800" b="1" dirty="0"/>
              <a:t>Black</a:t>
            </a:r>
            <a:r>
              <a:rPr lang="en-US" sz="1800" dirty="0"/>
              <a:t>.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1B35D-5D74-987B-F947-B682AC690AB5}"/>
              </a:ext>
            </a:extLst>
          </p:cNvPr>
          <p:cNvSpPr txBox="1"/>
          <p:nvPr/>
        </p:nvSpPr>
        <p:spPr>
          <a:xfrm>
            <a:off x="5265385" y="1380677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 dirty="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Font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6D2A54-8DB1-0FEF-A6D4-66134191395B}"/>
              </a:ext>
            </a:extLst>
          </p:cNvPr>
          <p:cNvSpPr txBox="1"/>
          <p:nvPr/>
        </p:nvSpPr>
        <p:spPr>
          <a:xfrm>
            <a:off x="5265384" y="3622982"/>
            <a:ext cx="4598143" cy="6951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 dirty="0"/>
              <a:t>Title text size: 32 </a:t>
            </a:r>
          </a:p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 dirty="0"/>
              <a:t>Other Text Boxes text size : 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DD02C8-BA6B-1ADB-FF39-AE0043EFC556}"/>
              </a:ext>
            </a:extLst>
          </p:cNvPr>
          <p:cNvSpPr txBox="1"/>
          <p:nvPr/>
        </p:nvSpPr>
        <p:spPr>
          <a:xfrm>
            <a:off x="5265385" y="3044808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 dirty="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Title Slide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272EAC-99AF-8A35-9829-8A84297F3122}"/>
              </a:ext>
            </a:extLst>
          </p:cNvPr>
          <p:cNvSpPr txBox="1"/>
          <p:nvPr/>
        </p:nvSpPr>
        <p:spPr>
          <a:xfrm>
            <a:off x="5265384" y="5198139"/>
            <a:ext cx="6571472" cy="9444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 dirty="0"/>
              <a:t>Ideal font size 16. Minimum font size can be 8</a:t>
            </a:r>
          </a:p>
          <a:p>
            <a:pPr marL="295275" indent="-295275" defTabSz="685783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tabLst>
                <a:tab pos="714375" algn="l"/>
              </a:tabLst>
            </a:pPr>
            <a:r>
              <a:rPr lang="en-US" sz="1800" dirty="0"/>
              <a:t>Minimum 0.5 cm of space should be left blank on either sides. These are pre-defined in the template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67EB49-DBBA-C54B-EF52-B54743FA7553}"/>
              </a:ext>
            </a:extLst>
          </p:cNvPr>
          <p:cNvSpPr txBox="1"/>
          <p:nvPr/>
        </p:nvSpPr>
        <p:spPr>
          <a:xfrm>
            <a:off x="5265385" y="4619965"/>
            <a:ext cx="2867742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algn="l" defTabSz="914377" rtl="0" eaLnBrk="1" latinLnBrk="0" hangingPunct="1"/>
            <a:r>
              <a:rPr lang="en-US" sz="3000" b="1" kern="1200" dirty="0">
                <a:solidFill>
                  <a:srgbClr val="1BACDD"/>
                </a:solidFill>
                <a:effectLst/>
                <a:latin typeface="+mn-lt"/>
                <a:ea typeface="+mn-ea"/>
                <a:cs typeface="+mn-cs"/>
              </a:rPr>
              <a:t>Content Slide</a:t>
            </a:r>
          </a:p>
        </p:txBody>
      </p:sp>
    </p:spTree>
    <p:extLst>
      <p:ext uri="{BB962C8B-B14F-4D97-AF65-F5344CB8AC3E}">
        <p14:creationId xmlns:p14="http://schemas.microsoft.com/office/powerpoint/2010/main" val="421309450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 Moti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Brand Motif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22659CD-9155-4ADA-5AC4-6C02E03F1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207353" y="1696469"/>
            <a:ext cx="3777295" cy="350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237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rand Moti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5946325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Brand Motif Usage Guideline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22659CD-9155-4ADA-5AC4-6C02E03F1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0600" y="1299601"/>
            <a:ext cx="1972966" cy="183018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D29356C-3545-F8F8-3925-419BCF60C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268910" y="4392059"/>
            <a:ext cx="1571983" cy="14582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98CEB3-AD86-4BFE-56F0-1CA160CC4E0F}"/>
              </a:ext>
            </a:extLst>
          </p:cNvPr>
          <p:cNvSpPr txBox="1"/>
          <p:nvPr/>
        </p:nvSpPr>
        <p:spPr>
          <a:xfrm>
            <a:off x="2698564" y="1808033"/>
            <a:ext cx="8779061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dirty="0"/>
              <a:t>First, choose the Brand Motif. Next, draw a rectangle over it. Then, select both the motif and the rectangle. After that, navigate to the </a:t>
            </a:r>
            <a:r>
              <a:rPr lang="en-US" sz="1800" b="1" dirty="0"/>
              <a:t>shape format </a:t>
            </a:r>
            <a:r>
              <a:rPr lang="en-US" sz="1800" b="0" dirty="0"/>
              <a:t>options. From there, choose to </a:t>
            </a:r>
            <a:r>
              <a:rPr lang="en-US" sz="1800" b="1" dirty="0"/>
              <a:t>merge shapes </a:t>
            </a:r>
            <a:r>
              <a:rPr lang="en-US" sz="1800" b="0" dirty="0"/>
              <a:t>option and then select the </a:t>
            </a:r>
            <a:r>
              <a:rPr lang="en-US" sz="1800" b="1" dirty="0"/>
              <a:t>subtract</a:t>
            </a:r>
            <a:r>
              <a:rPr lang="en-US" sz="1800" b="0" dirty="0"/>
              <a:t> option.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2CADD-887E-AD4F-C4AB-C2D6A0AAFCFF}"/>
              </a:ext>
            </a:extLst>
          </p:cNvPr>
          <p:cNvSpPr txBox="1"/>
          <p:nvPr/>
        </p:nvSpPr>
        <p:spPr>
          <a:xfrm>
            <a:off x="2710312" y="1299601"/>
            <a:ext cx="902108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b="1" i="0" dirty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What is the process for cropping a section of a Motif in order to properly align text within it?</a:t>
            </a:r>
            <a:endParaRPr lang="en-US" sz="1400" b="1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5417DF-986C-CC28-E121-34AEF7A97197}"/>
              </a:ext>
            </a:extLst>
          </p:cNvPr>
          <p:cNvSpPr/>
          <p:nvPr/>
        </p:nvSpPr>
        <p:spPr>
          <a:xfrm>
            <a:off x="1054902" y="4869307"/>
            <a:ext cx="895968" cy="5037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AADCC8-7DB8-1A43-BB81-A9BE745AE3A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954" r="50342" b="81083"/>
          <a:stretch/>
        </p:blipFill>
        <p:spPr>
          <a:xfrm>
            <a:off x="3593752" y="4258732"/>
            <a:ext cx="1723105" cy="12973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2C84CA-32E1-3CC5-6311-D253E64B040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72135" b="73524"/>
          <a:stretch/>
        </p:blipFill>
        <p:spPr>
          <a:xfrm>
            <a:off x="6782905" y="4211804"/>
            <a:ext cx="3057525" cy="18157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177322-66F5-B1D4-800A-30AA8353AFE8}"/>
              </a:ext>
            </a:extLst>
          </p:cNvPr>
          <p:cNvSpPr txBox="1"/>
          <p:nvPr/>
        </p:nvSpPr>
        <p:spPr>
          <a:xfrm>
            <a:off x="440622" y="3429000"/>
            <a:ext cx="231457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 dirty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Step 01</a:t>
            </a:r>
          </a:p>
          <a:p>
            <a:pPr algn="ctr"/>
            <a:r>
              <a:rPr lang="en-US" sz="1400" b="0" i="0" dirty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Draw rectangle over Motif</a:t>
            </a:r>
            <a:endParaRPr lang="en-US" sz="1400" b="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0BE6DD-DC95-A3B0-6623-7E6B28995488}"/>
              </a:ext>
            </a:extLst>
          </p:cNvPr>
          <p:cNvSpPr txBox="1"/>
          <p:nvPr/>
        </p:nvSpPr>
        <p:spPr>
          <a:xfrm>
            <a:off x="2783115" y="3429000"/>
            <a:ext cx="379707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 dirty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Step 02</a:t>
            </a:r>
          </a:p>
          <a:p>
            <a:pPr algn="ctr"/>
            <a:r>
              <a:rPr lang="en-US" sz="1400" b="0" i="0" dirty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Select Motif and rectangle Go to Shape Format</a:t>
            </a:r>
            <a:endParaRPr lang="en-US" sz="1400" b="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81B2DA-3CB9-D6E7-DD9C-11A106A84215}"/>
              </a:ext>
            </a:extLst>
          </p:cNvPr>
          <p:cNvSpPr txBox="1"/>
          <p:nvPr/>
        </p:nvSpPr>
        <p:spPr>
          <a:xfrm>
            <a:off x="6614334" y="3429000"/>
            <a:ext cx="3226096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 dirty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Step 03</a:t>
            </a:r>
          </a:p>
          <a:p>
            <a:pPr algn="ctr"/>
            <a:r>
              <a:rPr lang="en-US" sz="1400" b="0" i="0" dirty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Go to Merge Shape and select Subtract</a:t>
            </a:r>
            <a:endParaRPr lang="en-US" sz="1400" b="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E221101D-FDFC-86AA-1D83-7109BC56F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>
            <a:fillRect/>
          </a:stretch>
        </p:blipFill>
        <p:spPr>
          <a:xfrm>
            <a:off x="10089684" y="4097839"/>
            <a:ext cx="1571983" cy="1458221"/>
          </a:xfrm>
          <a:custGeom>
            <a:avLst/>
            <a:gdLst>
              <a:gd name="connsiteX0" fmla="*/ 0 w 1571983"/>
              <a:gd name="connsiteY0" fmla="*/ 0 h 1458221"/>
              <a:gd name="connsiteX1" fmla="*/ 1571983 w 1571983"/>
              <a:gd name="connsiteY1" fmla="*/ 0 h 1458221"/>
              <a:gd name="connsiteX2" fmla="*/ 1571983 w 1571983"/>
              <a:gd name="connsiteY2" fmla="*/ 477248 h 1458221"/>
              <a:gd name="connsiteX3" fmla="*/ 785992 w 1571983"/>
              <a:gd name="connsiteY3" fmla="*/ 477248 h 1458221"/>
              <a:gd name="connsiteX4" fmla="*/ 785992 w 1571983"/>
              <a:gd name="connsiteY4" fmla="*/ 980971 h 1458221"/>
              <a:gd name="connsiteX5" fmla="*/ 1571983 w 1571983"/>
              <a:gd name="connsiteY5" fmla="*/ 980971 h 1458221"/>
              <a:gd name="connsiteX6" fmla="*/ 1571983 w 1571983"/>
              <a:gd name="connsiteY6" fmla="*/ 1458221 h 1458221"/>
              <a:gd name="connsiteX7" fmla="*/ 0 w 1571983"/>
              <a:gd name="connsiteY7" fmla="*/ 1458221 h 1458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71983" h="1458221">
                <a:moveTo>
                  <a:pt x="0" y="0"/>
                </a:moveTo>
                <a:lnTo>
                  <a:pt x="1571983" y="0"/>
                </a:lnTo>
                <a:lnTo>
                  <a:pt x="1571983" y="477248"/>
                </a:lnTo>
                <a:lnTo>
                  <a:pt x="785992" y="477248"/>
                </a:lnTo>
                <a:lnTo>
                  <a:pt x="785992" y="980971"/>
                </a:lnTo>
                <a:lnTo>
                  <a:pt x="1571983" y="980971"/>
                </a:lnTo>
                <a:lnTo>
                  <a:pt x="1571983" y="1458221"/>
                </a:lnTo>
                <a:lnTo>
                  <a:pt x="0" y="1458221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7E6E2C-1FBA-DF67-4866-A2EB5D9769B8}"/>
              </a:ext>
            </a:extLst>
          </p:cNvPr>
          <p:cNvSpPr txBox="1"/>
          <p:nvPr/>
        </p:nvSpPr>
        <p:spPr>
          <a:xfrm>
            <a:off x="9874574" y="3429000"/>
            <a:ext cx="2002202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400" b="1" i="0" dirty="0">
                <a:solidFill>
                  <a:srgbClr val="292D32"/>
                </a:solidFill>
                <a:effectLst/>
                <a:highlight>
                  <a:srgbClr val="FFFFFF"/>
                </a:highlight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Output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0C0199D-0C75-32FD-6B39-C4ACF7E20AD7}"/>
              </a:ext>
            </a:extLst>
          </p:cNvPr>
          <p:cNvCxnSpPr>
            <a:cxnSpLocks/>
          </p:cNvCxnSpPr>
          <p:nvPr/>
        </p:nvCxnSpPr>
        <p:spPr>
          <a:xfrm>
            <a:off x="2433566" y="3565326"/>
            <a:ext cx="13192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FC3A277-F1EB-31D3-399B-7E9FB38A2036}"/>
              </a:ext>
            </a:extLst>
          </p:cNvPr>
          <p:cNvCxnSpPr>
            <a:cxnSpLocks/>
          </p:cNvCxnSpPr>
          <p:nvPr/>
        </p:nvCxnSpPr>
        <p:spPr>
          <a:xfrm>
            <a:off x="5436358" y="3565326"/>
            <a:ext cx="13192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F6D842-5E3D-CD6D-36B8-A73EC287289A}"/>
              </a:ext>
            </a:extLst>
          </p:cNvPr>
          <p:cNvCxnSpPr>
            <a:cxnSpLocks/>
          </p:cNvCxnSpPr>
          <p:nvPr/>
        </p:nvCxnSpPr>
        <p:spPr>
          <a:xfrm>
            <a:off x="8779633" y="3565326"/>
            <a:ext cx="1319284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57380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age of Icons -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Usage of Icons - Brand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76B490D-5629-C016-B97D-AD41DACAE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0600" y="1652588"/>
            <a:ext cx="5410200" cy="355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A2B322-22A7-99FB-B545-F5219FFB4846}"/>
              </a:ext>
            </a:extLst>
          </p:cNvPr>
          <p:cNvSpPr txBox="1"/>
          <p:nvPr/>
        </p:nvSpPr>
        <p:spPr>
          <a:xfrm>
            <a:off x="6670624" y="2967335"/>
            <a:ext cx="457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One or more emphasizing element is marked in corporate color palette with brand dark blue or white as the rest. </a:t>
            </a:r>
          </a:p>
        </p:txBody>
      </p:sp>
    </p:spTree>
    <p:extLst>
      <p:ext uri="{BB962C8B-B14F-4D97-AF65-F5344CB8AC3E}">
        <p14:creationId xmlns:p14="http://schemas.microsoft.com/office/powerpoint/2010/main" val="48496214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age of Icons - Mobl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Usage of Icons - Mobility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CA34AC5-3407-E31A-4BD6-234AF7B63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0600" y="1652588"/>
            <a:ext cx="5410200" cy="3552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5E316A-8F40-E371-625D-DEEDC6973BAE}"/>
              </a:ext>
            </a:extLst>
          </p:cNvPr>
          <p:cNvSpPr txBox="1"/>
          <p:nvPr/>
        </p:nvSpPr>
        <p:spPr>
          <a:xfrm>
            <a:off x="6670624" y="3252145"/>
            <a:ext cx="457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800" b="0" dirty="0">
                <a:effectLst/>
                <a:latin typeface="+mn-lt"/>
              </a:rPr>
              <a:t>One or more emphasizing element is marked in absolute blue with brand dark blue or white as the rest.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A05252-EE33-D0B1-783E-F4C3E04451CC}"/>
              </a:ext>
            </a:extLst>
          </p:cNvPr>
          <p:cNvSpPr txBox="1"/>
          <p:nvPr/>
        </p:nvSpPr>
        <p:spPr>
          <a:xfrm>
            <a:off x="6670624" y="2672314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 dirty="0">
                <a:solidFill>
                  <a:srgbClr val="0749C6"/>
                </a:solidFill>
                <a:effectLst/>
                <a:latin typeface="+mn-lt"/>
              </a:rPr>
              <a:t>Mobility </a:t>
            </a:r>
            <a:endParaRPr lang="en-US" sz="3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798635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age of Icons - Sustainab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Usage of Icons - Sustainability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EBA5DED-B8D0-DD36-1D16-D3C48E7B8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0600" y="1652588"/>
            <a:ext cx="5410200" cy="355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6CC3FB-F9BA-987C-304C-44C3753E3455}"/>
              </a:ext>
            </a:extLst>
          </p:cNvPr>
          <p:cNvSpPr txBox="1"/>
          <p:nvPr/>
        </p:nvSpPr>
        <p:spPr>
          <a:xfrm>
            <a:off x="6670624" y="3252145"/>
            <a:ext cx="398738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800" b="0" dirty="0">
                <a:effectLst/>
                <a:latin typeface="+mn-lt"/>
              </a:rPr>
              <a:t>One or more emphasizing element is marked in green with brand dark blue or white as the rest. </a:t>
            </a:r>
            <a:endParaRPr 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70031-8FCE-ACC4-77C4-7361B0B3EFBA}"/>
              </a:ext>
            </a:extLst>
          </p:cNvPr>
          <p:cNvSpPr txBox="1"/>
          <p:nvPr/>
        </p:nvSpPr>
        <p:spPr>
          <a:xfrm>
            <a:off x="6670624" y="2672314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 dirty="0">
                <a:solidFill>
                  <a:srgbClr val="74BF43"/>
                </a:solidFill>
                <a:effectLst/>
                <a:latin typeface="+mn-lt"/>
              </a:rPr>
              <a:t>Sustainability </a:t>
            </a:r>
          </a:p>
        </p:txBody>
      </p:sp>
    </p:spTree>
    <p:extLst>
      <p:ext uri="{BB962C8B-B14F-4D97-AF65-F5344CB8AC3E}">
        <p14:creationId xmlns:p14="http://schemas.microsoft.com/office/powerpoint/2010/main" val="301903052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age of Icons -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64000" y="243840"/>
            <a:ext cx="11270800" cy="54636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r>
              <a:rPr lang="en-US" dirty="0"/>
              <a:t>Usage of Icons - Tech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2008146" y="0"/>
            <a:ext cx="1838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10F75-55B0-5AEC-5D31-BA108041D490}"/>
              </a:ext>
            </a:extLst>
          </p:cNvPr>
          <p:cNvSpPr/>
          <p:nvPr/>
        </p:nvSpPr>
        <p:spPr>
          <a:xfrm>
            <a:off x="460600" y="830469"/>
            <a:ext cx="1127080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0A2DEB5-CAF5-D6D8-F05D-6C4921E62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0600" y="1780665"/>
            <a:ext cx="5410200" cy="3552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59B1A1-5BC3-057F-FD8E-665DA5D841AF}"/>
              </a:ext>
            </a:extLst>
          </p:cNvPr>
          <p:cNvSpPr txBox="1"/>
          <p:nvPr/>
        </p:nvSpPr>
        <p:spPr>
          <a:xfrm>
            <a:off x="6670624" y="3252145"/>
            <a:ext cx="398738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800" b="0" dirty="0">
                <a:effectLst/>
                <a:latin typeface="+mn-lt"/>
              </a:rPr>
              <a:t>One or more emphasizing element is marked in metallic yellow with brand dark blue or white as the rest.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7C731-AA28-2FC1-18D9-C9C5EB881A1F}"/>
              </a:ext>
            </a:extLst>
          </p:cNvPr>
          <p:cNvSpPr txBox="1"/>
          <p:nvPr/>
        </p:nvSpPr>
        <p:spPr>
          <a:xfrm>
            <a:off x="6670624" y="2672314"/>
            <a:ext cx="457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000" b="1" dirty="0">
                <a:solidFill>
                  <a:schemeClr val="accent3"/>
                </a:solidFill>
                <a:effectLst/>
                <a:latin typeface="+mn-lt"/>
              </a:rPr>
              <a:t>Tech</a:t>
            </a:r>
          </a:p>
        </p:txBody>
      </p:sp>
    </p:spTree>
    <p:extLst>
      <p:ext uri="{BB962C8B-B14F-4D97-AF65-F5344CB8AC3E}">
        <p14:creationId xmlns:p14="http://schemas.microsoft.com/office/powerpoint/2010/main" val="314772758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curved lines on a black background&#10;&#10;Description automatically generated">
            <a:extLst>
              <a:ext uri="{FF2B5EF4-FFF2-40B4-BE49-F238E27FC236}">
                <a16:creationId xmlns:a16="http://schemas.microsoft.com/office/drawing/2014/main" id="{7F6AB018-62ED-7948-EF17-C34E8B9BD02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EF4229A-DFB1-9317-897F-2E90A672E76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977104" y="503970"/>
            <a:ext cx="2776538" cy="153306"/>
          </a:xfrm>
          <a:prstGeom prst="rect">
            <a:avLst/>
          </a:prstGeom>
        </p:spPr>
      </p:pic>
      <p:sp>
        <p:nvSpPr>
          <p:cNvPr id="8" name="Title 9">
            <a:extLst>
              <a:ext uri="{FF2B5EF4-FFF2-40B4-BE49-F238E27FC236}">
                <a16:creationId xmlns:a16="http://schemas.microsoft.com/office/drawing/2014/main" id="{09DB7617-C7D5-F01E-F33F-F4A8355ECD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35" y="2766219"/>
            <a:ext cx="1076213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Section breaker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2A85C3D-8965-4C0B-821E-A3181C1766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3013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BDFB105-664C-C269-9783-3021DFF7A14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977104" y="503970"/>
            <a:ext cx="2776538" cy="15330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itle 9">
            <a:extLst>
              <a:ext uri="{FF2B5EF4-FFF2-40B4-BE49-F238E27FC236}">
                <a16:creationId xmlns:a16="http://schemas.microsoft.com/office/drawing/2014/main" id="{09DB7617-C7D5-F01E-F33F-F4A8355ECD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959" y="2772942"/>
            <a:ext cx="10520082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FFFB807-E607-06F9-C20B-E41EBBD641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4592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48CF3F-C310-A798-3FC5-A1091EC24F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40974-A0F0-F14F-D260-E09DA671DC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12" r="2103"/>
          <a:stretch/>
        </p:blipFill>
        <p:spPr>
          <a:xfrm flipH="1">
            <a:off x="1133473" y="657276"/>
            <a:ext cx="11058523" cy="620072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A0F37DD-1BE1-1AE7-5545-AEDAA9BD3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39273" y="334878"/>
            <a:ext cx="3276600" cy="49149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BDFB105-664C-C269-9783-3021DFF7A14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977104" y="503970"/>
            <a:ext cx="2776538" cy="15330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F3F5F4-3820-5854-232F-CF1E10F6076E}"/>
              </a:ext>
            </a:extLst>
          </p:cNvPr>
          <p:cNvSpPr/>
          <p:nvPr/>
        </p:nvSpPr>
        <p:spPr>
          <a:xfrm>
            <a:off x="0" y="5356860"/>
            <a:ext cx="6316980" cy="150113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7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9">
            <a:extLst>
              <a:ext uri="{FF2B5EF4-FFF2-40B4-BE49-F238E27FC236}">
                <a16:creationId xmlns:a16="http://schemas.microsoft.com/office/drawing/2014/main" id="{D8F65E62-9E12-E8D7-865F-63444E099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94882" y="2772942"/>
            <a:ext cx="3340981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Thank You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6F3D45-5EAC-4C21-F481-6DE499569FED}"/>
              </a:ext>
            </a:extLst>
          </p:cNvPr>
          <p:cNvGrpSpPr/>
          <p:nvPr/>
        </p:nvGrpSpPr>
        <p:grpSpPr>
          <a:xfrm>
            <a:off x="445174" y="2002465"/>
            <a:ext cx="3741293" cy="2851865"/>
            <a:chOff x="435649" y="2002465"/>
            <a:chExt cx="3741293" cy="28518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BBC4C9-BF64-FF98-1BA8-5D5E88D82874}"/>
                </a:ext>
              </a:extLst>
            </p:cNvPr>
            <p:cNvSpPr txBox="1"/>
            <p:nvPr userDrawn="1"/>
          </p:nvSpPr>
          <p:spPr>
            <a:xfrm>
              <a:off x="2111803" y="2805752"/>
              <a:ext cx="2065139" cy="12464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500" dirty="0">
                  <a:solidFill>
                    <a:schemeClr val="bg1"/>
                  </a:solidFill>
                </a:rPr>
                <a:t>Purposeful. </a:t>
              </a:r>
            </a:p>
            <a:p>
              <a:r>
                <a:rPr lang="en-IN" sz="2500" dirty="0">
                  <a:solidFill>
                    <a:schemeClr val="bg1"/>
                  </a:solidFill>
                </a:rPr>
                <a:t>Agile.</a:t>
              </a:r>
            </a:p>
            <a:p>
              <a:r>
                <a:rPr lang="en-IN" sz="2500" dirty="0">
                  <a:solidFill>
                    <a:schemeClr val="bg1"/>
                  </a:solidFill>
                </a:rPr>
                <a:t>Engineering.</a:t>
              </a: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F503BC-179B-60BB-18AE-1BF86005C2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435649" y="2002465"/>
              <a:ext cx="3074351" cy="2851865"/>
            </a:xfrm>
            <a:custGeom>
              <a:avLst/>
              <a:gdLst>
                <a:gd name="connsiteX0" fmla="*/ 0 w 3074351"/>
                <a:gd name="connsiteY0" fmla="*/ 0 h 2851865"/>
                <a:gd name="connsiteX1" fmla="*/ 3074351 w 3074351"/>
                <a:gd name="connsiteY1" fmla="*/ 0 h 2851865"/>
                <a:gd name="connsiteX2" fmla="*/ 3074351 w 3074351"/>
                <a:gd name="connsiteY2" fmla="*/ 883610 h 2851865"/>
                <a:gd name="connsiteX3" fmla="*/ 1603216 w 3074351"/>
                <a:gd name="connsiteY3" fmla="*/ 883610 h 2851865"/>
                <a:gd name="connsiteX4" fmla="*/ 1603216 w 3074351"/>
                <a:gd name="connsiteY4" fmla="*/ 2030732 h 2851865"/>
                <a:gd name="connsiteX5" fmla="*/ 3074351 w 3074351"/>
                <a:gd name="connsiteY5" fmla="*/ 2030732 h 2851865"/>
                <a:gd name="connsiteX6" fmla="*/ 3074351 w 3074351"/>
                <a:gd name="connsiteY6" fmla="*/ 2851865 h 2851865"/>
                <a:gd name="connsiteX7" fmla="*/ 0 w 3074351"/>
                <a:gd name="connsiteY7" fmla="*/ 2851865 h 285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74351" h="2851865">
                  <a:moveTo>
                    <a:pt x="0" y="0"/>
                  </a:moveTo>
                  <a:lnTo>
                    <a:pt x="3074351" y="0"/>
                  </a:lnTo>
                  <a:lnTo>
                    <a:pt x="3074351" y="883610"/>
                  </a:lnTo>
                  <a:lnTo>
                    <a:pt x="1603216" y="883610"/>
                  </a:lnTo>
                  <a:lnTo>
                    <a:pt x="1603216" y="2030732"/>
                  </a:lnTo>
                  <a:lnTo>
                    <a:pt x="3074351" y="2030732"/>
                  </a:lnTo>
                  <a:lnTo>
                    <a:pt x="3074351" y="2851865"/>
                  </a:lnTo>
                  <a:lnTo>
                    <a:pt x="0" y="2851865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38049947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84A76-7E84-57AB-7874-830A29735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C40C09-7E57-89A1-3C61-DA4DEF58C9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13620-B9B0-0D1B-2895-6162C651E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B6FD5-F96C-4BA9-AC76-838777024D0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9E94A-67E7-FCCF-8FD3-B6B560331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E4E64-8412-F541-FB0B-9E1C810C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F2629-747D-4443-9E64-25850A1C4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15431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roup 280"/>
          <p:cNvGrpSpPr/>
          <p:nvPr userDrawn="1"/>
        </p:nvGrpSpPr>
        <p:grpSpPr bwMode="gray">
          <a:xfrm>
            <a:off x="-1" y="795868"/>
            <a:ext cx="12183353" cy="5833533"/>
            <a:chOff x="-1" y="596901"/>
            <a:chExt cx="9137515" cy="4375150"/>
          </a:xfrm>
        </p:grpSpPr>
        <p:cxnSp>
          <p:nvCxnSpPr>
            <p:cNvPr id="163" name="Straight Connector 162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06400" y="1"/>
            <a:ext cx="11379200" cy="673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7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406400" y="889000"/>
            <a:ext cx="11379200" cy="558800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>
              <a:defRPr lang="en-US" sz="2400" smtClean="0"/>
            </a:lvl1pPr>
            <a:lvl2pPr>
              <a:defRPr lang="en-US" sz="2133" smtClean="0"/>
            </a:lvl2pPr>
            <a:lvl3pPr>
              <a:defRPr lang="en-US" sz="1867" smtClean="0"/>
            </a:lvl3pPr>
            <a:lvl4pPr>
              <a:defRPr lang="en-US" sz="1600" smtClean="0"/>
            </a:lvl4pPr>
            <a:lvl5pPr>
              <a:defRPr lang="en-US" sz="1467" dirty="0"/>
            </a:lvl5pPr>
          </a:lstStyle>
          <a:p>
            <a:pPr lvl="0"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lvl="1"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lvl="2"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lvl="3"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lvl="4"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333331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1952793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012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64000" y="0"/>
            <a:ext cx="11270800" cy="81584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200" b="1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9A9DE057-7750-4B1F-AD64-303D665A2CDB}"/>
              </a:ext>
            </a:extLst>
          </p:cNvPr>
          <p:cNvSpPr/>
          <p:nvPr userDrawn="1"/>
        </p:nvSpPr>
        <p:spPr>
          <a:xfrm>
            <a:off x="464000" y="815840"/>
            <a:ext cx="1393371" cy="48768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37749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0">
          <p15:clr>
            <a:srgbClr val="A4A3A4"/>
          </p15:clr>
        </p15:guide>
        <p15:guide id="2" pos="7392">
          <p15:clr>
            <a:srgbClr val="A4A3A4"/>
          </p15:clr>
        </p15:guide>
        <p15:guide id="3" pos="288">
          <p15:clr>
            <a:srgbClr val="A4A3A4"/>
          </p15:clr>
        </p15:guide>
        <p15:guide id="4" orient="horz" pos="816">
          <p15:clr>
            <a:srgbClr val="A4A3A4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2135764" y="285347"/>
            <a:ext cx="9952477" cy="1582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Freeform: Shape 2"/>
          <p:cNvSpPr/>
          <p:nvPr userDrawn="1"/>
        </p:nvSpPr>
        <p:spPr>
          <a:xfrm>
            <a:off x="314554" y="-4480"/>
            <a:ext cx="4908121" cy="6602855"/>
          </a:xfrm>
          <a:custGeom>
            <a:avLst/>
            <a:gdLst>
              <a:gd name="connsiteX0" fmla="*/ 0 w 5097780"/>
              <a:gd name="connsiteY0" fmla="*/ 0 h 6843364"/>
              <a:gd name="connsiteX1" fmla="*/ 3161595 w 5097780"/>
              <a:gd name="connsiteY1" fmla="*/ 0 h 6843364"/>
              <a:gd name="connsiteX2" fmla="*/ 5097780 w 5097780"/>
              <a:gd name="connsiteY2" fmla="*/ 6829647 h 6843364"/>
              <a:gd name="connsiteX3" fmla="*/ 0 w 5097780"/>
              <a:gd name="connsiteY3" fmla="*/ 6843364 h 6843364"/>
              <a:gd name="connsiteX4" fmla="*/ 0 w 5097780"/>
              <a:gd name="connsiteY4" fmla="*/ 0 h 684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97780" h="6843364">
                <a:moveTo>
                  <a:pt x="0" y="0"/>
                </a:moveTo>
                <a:lnTo>
                  <a:pt x="3161595" y="0"/>
                </a:lnTo>
                <a:lnTo>
                  <a:pt x="5097780" y="6829647"/>
                </a:lnTo>
                <a:lnTo>
                  <a:pt x="0" y="6843364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-8608"/>
            <a:ext cx="5219107" cy="6602853"/>
          </a:xfrm>
          <a:custGeom>
            <a:avLst/>
            <a:gdLst>
              <a:gd name="connsiteX0" fmla="*/ 0 w 4065587"/>
              <a:gd name="connsiteY0" fmla="*/ 0 h 5143500"/>
              <a:gd name="connsiteX1" fmla="*/ 4065587 w 4065587"/>
              <a:gd name="connsiteY1" fmla="*/ 0 h 5143500"/>
              <a:gd name="connsiteX2" fmla="*/ 4065587 w 4065587"/>
              <a:gd name="connsiteY2" fmla="*/ 5143500 h 5143500"/>
              <a:gd name="connsiteX3" fmla="*/ 0 w 4065587"/>
              <a:gd name="connsiteY3" fmla="*/ 5143500 h 5143500"/>
              <a:gd name="connsiteX4" fmla="*/ 0 w 4065587"/>
              <a:gd name="connsiteY4" fmla="*/ 0 h 5143500"/>
              <a:gd name="connsiteX0" fmla="*/ 0 w 4065587"/>
              <a:gd name="connsiteY0" fmla="*/ 0 h 5143500"/>
              <a:gd name="connsiteX1" fmla="*/ 3209553 w 4065587"/>
              <a:gd name="connsiteY1" fmla="*/ 0 h 5143500"/>
              <a:gd name="connsiteX2" fmla="*/ 4065587 w 4065587"/>
              <a:gd name="connsiteY2" fmla="*/ 5143500 h 5143500"/>
              <a:gd name="connsiteX3" fmla="*/ 0 w 4065587"/>
              <a:gd name="connsiteY3" fmla="*/ 5143500 h 5143500"/>
              <a:gd name="connsiteX4" fmla="*/ 0 w 4065587"/>
              <a:gd name="connsiteY4" fmla="*/ 0 h 5143500"/>
              <a:gd name="connsiteX0" fmla="*/ 0 w 4065587"/>
              <a:gd name="connsiteY0" fmla="*/ 0 h 5143500"/>
              <a:gd name="connsiteX1" fmla="*/ 2580498 w 4065587"/>
              <a:gd name="connsiteY1" fmla="*/ 38911 h 5143500"/>
              <a:gd name="connsiteX2" fmla="*/ 4065587 w 4065587"/>
              <a:gd name="connsiteY2" fmla="*/ 5143500 h 5143500"/>
              <a:gd name="connsiteX3" fmla="*/ 0 w 4065587"/>
              <a:gd name="connsiteY3" fmla="*/ 5143500 h 5143500"/>
              <a:gd name="connsiteX4" fmla="*/ 0 w 4065587"/>
              <a:gd name="connsiteY4" fmla="*/ 0 h 5143500"/>
              <a:gd name="connsiteX0" fmla="*/ 0 w 4065587"/>
              <a:gd name="connsiteY0" fmla="*/ 0 h 5143500"/>
              <a:gd name="connsiteX1" fmla="*/ 2398915 w 4065587"/>
              <a:gd name="connsiteY1" fmla="*/ 0 h 5143500"/>
              <a:gd name="connsiteX2" fmla="*/ 4065587 w 4065587"/>
              <a:gd name="connsiteY2" fmla="*/ 5143500 h 5143500"/>
              <a:gd name="connsiteX3" fmla="*/ 0 w 4065587"/>
              <a:gd name="connsiteY3" fmla="*/ 5143500 h 5143500"/>
              <a:gd name="connsiteX4" fmla="*/ 0 w 4065587"/>
              <a:gd name="connsiteY4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65587" h="5143500">
                <a:moveTo>
                  <a:pt x="0" y="0"/>
                </a:moveTo>
                <a:lnTo>
                  <a:pt x="2398915" y="0"/>
                </a:lnTo>
                <a:lnTo>
                  <a:pt x="406558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anchor="ctr">
            <a:normAutofit/>
          </a:bodyPr>
          <a:lstStyle>
            <a:lvl1pPr algn="ctr">
              <a:defRPr sz="1467" baseline="0"/>
            </a:lvl1pPr>
          </a:lstStyle>
          <a:p>
            <a:r>
              <a:rPr lang="en-US"/>
              <a:t>Click on add image</a:t>
            </a:r>
          </a:p>
        </p:txBody>
      </p:sp>
    </p:spTree>
    <p:extLst>
      <p:ext uri="{BB962C8B-B14F-4D97-AF65-F5344CB8AC3E}">
        <p14:creationId xmlns:p14="http://schemas.microsoft.com/office/powerpoint/2010/main" val="327342692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rainbow&#10;&#10;Description automatically generated">
            <a:extLst>
              <a:ext uri="{FF2B5EF4-FFF2-40B4-BE49-F238E27FC236}">
                <a16:creationId xmlns:a16="http://schemas.microsoft.com/office/drawing/2014/main" id="{4D5E0A6A-C63F-CD81-C93D-C62562459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6931615-3EFD-406D-8CAB-500F498BBC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9891" y="3338921"/>
            <a:ext cx="8937171" cy="757130"/>
          </a:xfrm>
          <a:noFill/>
        </p:spPr>
        <p:txBody>
          <a:bodyPr wrap="square" rtlCol="0">
            <a:spAutoFit/>
          </a:bodyPr>
          <a:lstStyle>
            <a:lvl1pPr>
              <a:defRPr lang="en-US" sz="4800" b="1" dirty="0">
                <a:solidFill>
                  <a:schemeClr val="bg1"/>
                </a:solidFill>
                <a:latin typeface="Frutiger LT Pro 55 Roman" panose="020B0602020204020204" pitchFamily="34" charset="77"/>
                <a:ea typeface="Frutiger LT Pro 55 Roman" panose="020B0602020204020204" pitchFamily="34" charset="77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/>
              <a:t>MLOPs Overview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51413D66-879B-990C-642E-1E1E0D8F30F0}"/>
              </a:ext>
            </a:extLst>
          </p:cNvPr>
          <p:cNvSpPr txBox="1">
            <a:spLocks/>
          </p:cNvSpPr>
          <p:nvPr userDrawn="1"/>
        </p:nvSpPr>
        <p:spPr>
          <a:xfrm>
            <a:off x="1089891" y="4473456"/>
            <a:ext cx="8937171" cy="43858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2500">
                <a:latin typeface="Frutiger LT Pro 55 Roman" panose="020B0602020204020204" pitchFamily="34" charset="77"/>
              </a:rPr>
              <a:t>Driving Scalable AI and ML at modern enterprises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EFC81-BEEE-352B-0244-DD36B67B80C9}"/>
              </a:ext>
            </a:extLst>
          </p:cNvPr>
          <p:cNvSpPr txBox="1">
            <a:spLocks/>
          </p:cNvSpPr>
          <p:nvPr userDrawn="1"/>
        </p:nvSpPr>
        <p:spPr>
          <a:xfrm>
            <a:off x="1089890" y="5263013"/>
            <a:ext cx="8937171" cy="58753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400" b="1">
                <a:latin typeface="Frutiger LT Pro 55 Roman" panose="020B0602020204020204" pitchFamily="34" charset="77"/>
              </a:rPr>
              <a:t>Ananda Roy</a:t>
            </a:r>
          </a:p>
          <a:p>
            <a:pPr>
              <a:lnSpc>
                <a:spcPts val="2000"/>
              </a:lnSpc>
            </a:pPr>
            <a:r>
              <a:rPr lang="en-US" sz="1400" b="0">
                <a:latin typeface="Frutiger LT Pro 55 Roman" panose="020B0602020204020204" pitchFamily="34" charset="77"/>
              </a:rPr>
              <a:t>September, 2023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A4A541-3236-7C7A-108F-C328E38F39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934" y="323988"/>
            <a:ext cx="2323604" cy="6600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5F2177-3D8B-CE97-095B-738ADD1D68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61472" y="314094"/>
            <a:ext cx="2708161" cy="76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99872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BA5E112F-F5E3-1239-9356-9397EE4D0862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A69005D8-0A67-F661-0422-39B24F37BB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91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947A63-CFE8-CA9F-F001-1F56795E58C8}"/>
              </a:ext>
            </a:extLst>
          </p:cNvPr>
          <p:cNvSpPr txBox="1"/>
          <p:nvPr userDrawn="1"/>
        </p:nvSpPr>
        <p:spPr>
          <a:xfrm>
            <a:off x="387463" y="796199"/>
            <a:ext cx="6345306" cy="18024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15000"/>
              </a:lnSpc>
            </a:pPr>
            <a:r>
              <a:rPr lang="en-US" sz="7000" spc="-15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Let’s get to the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42EB41-E38E-AD39-7A44-A07A0987B1B7}"/>
              </a:ext>
            </a:extLst>
          </p:cNvPr>
          <p:cNvSpPr txBox="1"/>
          <p:nvPr userDrawn="1"/>
        </p:nvSpPr>
        <p:spPr>
          <a:xfrm>
            <a:off x="842241" y="1921181"/>
            <a:ext cx="6345306" cy="180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0"/>
              </a:lnSpc>
            </a:pPr>
            <a:r>
              <a:rPr lang="en-US" sz="7000" spc="-15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future, faster.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45133F-5B58-B32C-5DAA-CC87E085DD48}"/>
              </a:ext>
            </a:extLst>
          </p:cNvPr>
          <p:cNvSpPr txBox="1"/>
          <p:nvPr userDrawn="1"/>
        </p:nvSpPr>
        <p:spPr>
          <a:xfrm>
            <a:off x="838034" y="2973140"/>
            <a:ext cx="4368025" cy="1769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0"/>
              </a:lnSpc>
            </a:pPr>
            <a:r>
              <a:rPr lang="en-US" sz="7000" b="1" spc="-150">
                <a:solidFill>
                  <a:srgbClr val="0192D5"/>
                </a:solidFill>
                <a:effectLst/>
                <a:latin typeface="Source Sans Pro" panose="020B0503030403020204" pitchFamily="34" charset="77"/>
              </a:rPr>
              <a:t>Together.</a:t>
            </a:r>
          </a:p>
        </p:txBody>
      </p:sp>
    </p:spTree>
    <p:extLst>
      <p:ext uri="{BB962C8B-B14F-4D97-AF65-F5344CB8AC3E}">
        <p14:creationId xmlns:p14="http://schemas.microsoft.com/office/powerpoint/2010/main" val="4094591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95704B-C3B8-361E-ECB4-AAF0D190B3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588"/>
          <a:stretch/>
        </p:blipFill>
        <p:spPr>
          <a:xfrm rot="10800000" flipH="1">
            <a:off x="1" y="-1"/>
            <a:ext cx="12190413" cy="6858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81628252-EFFE-45BA-BB6B-80B43271D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0640" y="1508588"/>
            <a:ext cx="6337582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chemeClr val="bg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994D909-A7BC-465C-8A9B-65471E73F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0640" y="4388313"/>
            <a:ext cx="633758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Frutiger LT Pro 55 Roman" panose="020B0602020204020204" pitchFamily="34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706855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9B01B99F-2CE5-433C-8F7A-483D41C4A9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sp>
        <p:nvSpPr>
          <p:cNvPr id="23" name="Marcador de número de diapositiva 5">
            <a:extLst>
              <a:ext uri="{FF2B5EF4-FFF2-40B4-BE49-F238E27FC236}">
                <a16:creationId xmlns:a16="http://schemas.microsoft.com/office/drawing/2014/main" id="{B982187F-CBBE-F09C-0F6F-730E0F0B124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5456A7-BE66-D18D-4755-5BE1D37DDEF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400" y="1822450"/>
            <a:ext cx="11125200" cy="4351338"/>
          </a:xfrm>
        </p:spPr>
        <p:txBody>
          <a:bodyPr>
            <a:normAutofit/>
          </a:bodyPr>
          <a:lstStyle>
            <a:lvl1pPr>
              <a:defRPr lang="en-US" sz="1200" b="1" dirty="0" smtClean="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>
              <a:defRPr sz="1200">
                <a:solidFill>
                  <a:srgbClr val="595959"/>
                </a:solidFill>
                <a:latin typeface="Frutiger LT Pro 55 Roman" panose="020B0602020204020204" pitchFamily="34" charset="77"/>
              </a:defRPr>
            </a:lvl2pPr>
            <a:lvl3pPr>
              <a:defRPr sz="1200">
                <a:solidFill>
                  <a:srgbClr val="595959"/>
                </a:solidFill>
                <a:latin typeface="Frutiger LT Pro 55 Roman" panose="020B0602020204020204" pitchFamily="34" charset="77"/>
              </a:defRPr>
            </a:lvl3pPr>
            <a:lvl4pPr>
              <a:defRPr sz="1200">
                <a:solidFill>
                  <a:srgbClr val="595959"/>
                </a:solidFill>
                <a:latin typeface="Frutiger LT Pro 55 Roman" panose="020B0602020204020204" pitchFamily="34" charset="77"/>
              </a:defRPr>
            </a:lvl4pPr>
            <a:lvl5pPr>
              <a:defRPr sz="1200">
                <a:solidFill>
                  <a:srgbClr val="595959"/>
                </a:solidFill>
                <a:latin typeface="Frutiger LT Pro 55 Roman" panose="020B0602020204020204" pitchFamily="34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9767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>
          <p15:clr>
            <a:srgbClr val="FBAE40"/>
          </p15:clr>
        </p15:guide>
        <p15:guide id="2" pos="336">
          <p15:clr>
            <a:srgbClr val="FBAE40"/>
          </p15:clr>
        </p15:guide>
        <p15:guide id="3" orient="horz" pos="288">
          <p15:clr>
            <a:srgbClr val="FBAE40"/>
          </p15:clr>
        </p15:guide>
        <p15:guide id="4" pos="7344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1"/>
          <a:lstStyle>
            <a:lvl1pPr>
              <a:lnSpc>
                <a:spcPts val="1700"/>
              </a:lnSpc>
              <a:defRPr lang="en-US" sz="2400" b="1" kern="1200" dirty="0" smtClean="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2000" kern="1200" dirty="0" smtClean="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800" kern="1200" dirty="0" smtClean="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Frutiger LT Pro 55 Roman" panose="020B0602020204020204" pitchFamily="34" charset="77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Frutiger LT Pro 55 Roman" panose="020B0602020204020204" pitchFamily="34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E9EC46A4-50CA-5032-642E-472F2C66E949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5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2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Frutiger LT Pro 55 Roman" panose="020B0602020204020204" pitchFamily="34" charset="77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Frutiger LT Pro 55 Roman" panose="020B0602020204020204" pitchFamily="34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E4B298F-D75D-0E89-ED3D-DF0CF1A87E27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903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3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Frutiger LT Pro 55 Roman" panose="020B0602020204020204" pitchFamily="34" charset="77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Frutiger LT Pro 55 Roman" panose="020B0602020204020204" pitchFamily="34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BB16B3F-018F-71E7-B239-96DA6F36DEB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813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F55D43F-875F-4E2B-82B9-5EEDDAEA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989299"/>
            <a:ext cx="8610601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18B4745-7445-43DB-B108-3CDCB28A7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3869024"/>
            <a:ext cx="8610602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A424433-CA37-48A1-EF7E-E44DEC8944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179C2830-1743-9FEA-4F66-BCE7925B9DB5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99821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D9C106-CE49-4F1B-A6DE-3C9818CAFB5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1655302"/>
            <a:ext cx="5486399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>
              <a:defRPr sz="2000">
                <a:solidFill>
                  <a:srgbClr val="595959"/>
                </a:solidFill>
                <a:latin typeface="Frutiger LT Pro 55 Roman" panose="020B0602020204020204" pitchFamily="34" charset="77"/>
              </a:defRPr>
            </a:lvl2pPr>
            <a:lvl3pPr>
              <a:defRPr sz="1800">
                <a:solidFill>
                  <a:srgbClr val="595959"/>
                </a:solidFill>
                <a:latin typeface="Frutiger LT Pro 55 Roman" panose="020B0602020204020204" pitchFamily="34" charset="77"/>
              </a:defRPr>
            </a:lvl3pPr>
            <a:lvl4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4pPr>
            <a:lvl5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E8BB916-CDFC-439C-B0EF-513AE7B06AC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172201" y="1655302"/>
            <a:ext cx="5486398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>
              <a:defRPr sz="2000">
                <a:solidFill>
                  <a:srgbClr val="595959"/>
                </a:solidFill>
                <a:latin typeface="Frutiger LT Pro 55 Roman" panose="020B0602020204020204" pitchFamily="34" charset="77"/>
              </a:defRPr>
            </a:lvl2pPr>
            <a:lvl3pPr>
              <a:defRPr sz="1800">
                <a:solidFill>
                  <a:srgbClr val="595959"/>
                </a:solidFill>
                <a:latin typeface="Frutiger LT Pro 55 Roman" panose="020B0602020204020204" pitchFamily="34" charset="77"/>
              </a:defRPr>
            </a:lvl3pPr>
            <a:lvl4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4pPr>
            <a:lvl5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78651CBE-E342-762C-71AB-7A346C0BD1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CACE2F8E-F80A-F347-8E9C-243A79D7388E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23190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04641-62E4-4217-A4FB-1461DCB34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436914"/>
            <a:ext cx="5533119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F8DFE-7699-41E5-ACEB-81719A7EB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1141" y="1436914"/>
            <a:ext cx="5417458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54FF91B-5FE4-409D-BA7F-37376CD5E4A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2651506"/>
            <a:ext cx="5533119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>
              <a:defRPr sz="2000">
                <a:solidFill>
                  <a:srgbClr val="595959"/>
                </a:solidFill>
                <a:latin typeface="Frutiger LT Pro 55 Roman" panose="020B0602020204020204" pitchFamily="34" charset="77"/>
              </a:defRPr>
            </a:lvl2pPr>
            <a:lvl3pPr>
              <a:defRPr sz="1800">
                <a:solidFill>
                  <a:srgbClr val="595959"/>
                </a:solidFill>
                <a:latin typeface="Frutiger LT Pro 55 Roman" panose="020B0602020204020204" pitchFamily="34" charset="77"/>
              </a:defRPr>
            </a:lvl3pPr>
            <a:lvl4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4pPr>
            <a:lvl5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FDB344D-832A-4E14-93A2-EF0879A2EDA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41141" y="2663457"/>
            <a:ext cx="5417458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>
              <a:defRPr sz="2000">
                <a:solidFill>
                  <a:srgbClr val="595959"/>
                </a:solidFill>
                <a:latin typeface="Frutiger LT Pro 55 Roman" panose="020B0602020204020204" pitchFamily="34" charset="77"/>
              </a:defRPr>
            </a:lvl2pPr>
            <a:lvl3pPr>
              <a:defRPr sz="1800">
                <a:solidFill>
                  <a:srgbClr val="595959"/>
                </a:solidFill>
                <a:latin typeface="Frutiger LT Pro 55 Roman" panose="020B0602020204020204" pitchFamily="34" charset="77"/>
              </a:defRPr>
            </a:lvl3pPr>
            <a:lvl4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4pPr>
            <a:lvl5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0A8FC8DD-D1CD-B223-1096-CE2AAC973F8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71962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1FB881-30C1-45DC-F30C-3F1DFC4F17F8}"/>
              </a:ext>
            </a:extLst>
          </p:cNvPr>
          <p:cNvSpPr/>
          <p:nvPr userDrawn="1"/>
        </p:nvSpPr>
        <p:spPr>
          <a:xfrm>
            <a:off x="0" y="0"/>
            <a:ext cx="12192000" cy="6228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3CBCC0C3-A39C-312F-C0F0-B965E11FFDA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B90635A-C270-48A0-A1B0-C1B896E998A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63792" y="1712849"/>
            <a:ext cx="8864415" cy="3432302"/>
          </a:xfrm>
        </p:spPr>
        <p:txBody>
          <a:bodyPr/>
          <a:lstStyle>
            <a:lvl1pPr>
              <a:defRPr lang="en-US" sz="2400" b="1" dirty="0" smtClean="0">
                <a:solidFill>
                  <a:schemeClr val="bg1"/>
                </a:solidFill>
                <a:latin typeface="Frutiger LT Pro 55 Roman" panose="020B0602020204020204" pitchFamily="34" charset="77"/>
              </a:defRPr>
            </a:lvl1pPr>
            <a:lvl2pPr marL="114300" indent="-342900">
              <a:buFont typeface="Wingdings" pitchFamily="2" charset="2"/>
              <a:buChar char="§"/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 marL="1085850" indent="-285750">
              <a:buFont typeface="Wingdings" pitchFamily="2" charset="2"/>
              <a:buChar char="§"/>
              <a:defRPr sz="1800">
                <a:solidFill>
                  <a:schemeClr val="bg1"/>
                </a:solidFill>
                <a:latin typeface="Frutiger LT Pro 55 Roman" panose="020B0602020204020204" pitchFamily="34" charset="77"/>
              </a:defRPr>
            </a:lvl3pPr>
            <a:lvl4pPr marL="1600200" indent="-285750">
              <a:buFont typeface="Wingdings" pitchFamily="2" charset="2"/>
              <a:buChar char="§"/>
              <a:defRPr sz="1400">
                <a:solidFill>
                  <a:schemeClr val="bg1"/>
                </a:solidFill>
                <a:latin typeface="Frutiger LT Pro 55 Roman" panose="020B0602020204020204" pitchFamily="34" charset="77"/>
              </a:defRPr>
            </a:lvl4pPr>
            <a:lvl5pPr>
              <a:buFont typeface="Wingdings" pitchFamily="2" charset="2"/>
              <a:buChar char="§"/>
              <a:defRPr sz="1400">
                <a:solidFill>
                  <a:schemeClr val="bg1"/>
                </a:solidFill>
                <a:latin typeface="Frutiger 45 Light" pitchFamily="2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Click to edit Master text styles</a:t>
            </a:r>
          </a:p>
          <a:p>
            <a:pPr marL="10287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Second level</a:t>
            </a:r>
          </a:p>
          <a:p>
            <a:pPr marL="1543050" lvl="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err="1"/>
              <a:t>fsdfdasfdsafasdfsdfa</a:t>
            </a:r>
            <a:endParaRPr lang="en-US"/>
          </a:p>
          <a:p>
            <a:pPr marL="285750" lvl="2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Third level</a:t>
            </a:r>
          </a:p>
          <a:p>
            <a:pPr marL="285750" lvl="3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Fourth level</a:t>
            </a:r>
          </a:p>
          <a:p>
            <a:pPr marL="285750" lvl="4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Fifth level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BBD03CE7-7A4A-98C2-6D96-49236346E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chemeClr val="bg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172960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5C7D-CC90-4232-9BFD-B2B1B29D3D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163411"/>
            <a:ext cx="10515600" cy="1325563"/>
          </a:xfrm>
        </p:spPr>
        <p:txBody>
          <a:bodyPr>
            <a:normAutofit/>
          </a:bodyPr>
          <a:lstStyle>
            <a:lvl1pPr>
              <a:defRPr lang="en-US" sz="28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Headline goes here</a:t>
            </a:r>
            <a:br>
              <a:rPr lang="en-US"/>
            </a:br>
            <a:r>
              <a:rPr lang="en-US"/>
              <a:t>Headline goes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252767-4743-47D6-B4D1-07FC2385DD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2815546"/>
            <a:ext cx="10515600" cy="2743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595959"/>
                </a:solidFill>
                <a:latin typeface="Frutiger LT Pro 55 Roman" panose="020B0602020204020204" pitchFamily="34" charset="77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1611A3D-47D0-3647-0CCE-0CB7D32E6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9314451A-6C5B-D5A1-9DD9-55A1359B67FC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780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64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CDA55D2-453F-4E7D-AF30-1542DF26E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1469E54-C50A-4DB5-B104-9B9988317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8A5CEA-5F4E-4109-ACB7-808AE0D5B1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06569" y="2055542"/>
            <a:ext cx="5181599" cy="3813445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>
              <a:defRPr sz="2000">
                <a:solidFill>
                  <a:srgbClr val="595959"/>
                </a:solidFill>
                <a:latin typeface="Frutiger LT Pro 55 Roman" panose="020B0602020204020204" pitchFamily="34" charset="77"/>
              </a:defRPr>
            </a:lvl2pPr>
            <a:lvl3pPr>
              <a:defRPr sz="1800">
                <a:solidFill>
                  <a:srgbClr val="595959"/>
                </a:solidFill>
                <a:latin typeface="Frutiger LT Pro 55 Roman" panose="020B0602020204020204" pitchFamily="34" charset="77"/>
              </a:defRPr>
            </a:lvl3pPr>
            <a:lvl4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4pPr>
            <a:lvl5pPr>
              <a:defRPr sz="1400">
                <a:solidFill>
                  <a:srgbClr val="595959"/>
                </a:solidFill>
                <a:latin typeface="Frutiger LT Pro 55 Roman" panose="020B0602020204020204" pitchFamily="34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32BAEA48-FEC5-7F2A-1732-CFFB91C99D6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8060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B7F8B00-12EF-4751-A034-D733BB7D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5B0E1B6-489C-4643-9FE5-9D4A936A7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0"/>
            <a:ext cx="7008812" cy="6857999"/>
          </a:xfrm>
        </p:spPr>
        <p:txBody>
          <a:bodyPr/>
          <a:lstStyle>
            <a:lvl1pPr marL="0" indent="0">
              <a:buNone/>
              <a:defRPr sz="320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70DA0CC-8337-43E8-B632-01AC9639E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LT Pro 55 Roman" panose="020B0602020204020204" pitchFamily="34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3D440A3F-6F49-A806-CA5F-776CACB1FDFB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52236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BA5E112F-F5E3-1239-9356-9397EE4D0862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13331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3948A3-32FA-5533-16DA-635E26595B61}"/>
              </a:ext>
            </a:extLst>
          </p:cNvPr>
          <p:cNvSpPr/>
          <p:nvPr userDrawn="1"/>
        </p:nvSpPr>
        <p:spPr>
          <a:xfrm flipV="1">
            <a:off x="335168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  <a:latin typeface="Frutiger LT Pro 55 Roman" panose="020B0602020204020204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47ABFF-7AC4-BAD1-41A4-E1FE5B8092EF}"/>
              </a:ext>
            </a:extLst>
          </p:cNvPr>
          <p:cNvSpPr/>
          <p:nvPr userDrawn="1"/>
        </p:nvSpPr>
        <p:spPr>
          <a:xfrm flipV="1">
            <a:off x="53327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  <a:latin typeface="Frutiger LT Pro 55 Roman" panose="020B0602020204020204" pitchFamily="34" charset="77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963FEE-DF85-5D77-1E01-49124A2CEAF5}"/>
              </a:ext>
            </a:extLst>
          </p:cNvPr>
          <p:cNvSpPr/>
          <p:nvPr userDrawn="1"/>
        </p:nvSpPr>
        <p:spPr>
          <a:xfrm flipV="1">
            <a:off x="617009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  <a:latin typeface="Frutiger LT Pro 55 Roman" panose="020B0602020204020204" pitchFamily="34" charset="7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653896-D7CD-93EE-8417-E2C2E847A910}"/>
              </a:ext>
            </a:extLst>
          </p:cNvPr>
          <p:cNvSpPr/>
          <p:nvPr userDrawn="1"/>
        </p:nvSpPr>
        <p:spPr>
          <a:xfrm flipV="1">
            <a:off x="8988503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  <a:latin typeface="Frutiger LT Pro 55 Roman" panose="020B0602020204020204" pitchFamily="34" charset="77"/>
            </a:endParaRP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2ACBE6E-5DAE-5B6C-1E92-11C9C66233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6182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500">
                <a:latin typeface="Frutiger LT Pro 55 Roman" panose="020B0602020204020204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15DCB66B-4DA5-68F3-EAAE-A7B0A4F3B1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8023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500">
                <a:latin typeface="Frutiger LT Pro 55 Roman" panose="020B0602020204020204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416EDE06-9533-67FB-BF24-DF6C76E3E62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9864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500">
                <a:latin typeface="Frutiger LT Pro 55 Roman" panose="020B0602020204020204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690D0B6E-A10C-4C7A-3858-68AF26206F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817060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500">
                <a:latin typeface="Frutiger LT Pro 55 Roman" panose="020B0602020204020204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7A05C422-6C2D-D524-06F6-FEBC6355E17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423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LT Pro 55 Roman" panose="020B0602020204020204" pitchFamily="34" charset="77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3B1E9743-4863-A723-9C60-5FC5D3DBEA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5264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LT Pro 55 Roman" panose="020B0602020204020204" pitchFamily="34" charset="77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CD805F55-EF87-C927-683C-402E3B4349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7105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LT Pro 55 Roman" panose="020B0602020204020204" pitchFamily="34" charset="77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9318E5AB-5357-32EC-1C6F-7497D78CAE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89465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LT Pro 55 Roman" panose="020B0602020204020204" pitchFamily="34" charset="77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48394A-EAF3-AA74-A443-B84109539DEE}"/>
              </a:ext>
            </a:extLst>
          </p:cNvPr>
          <p:cNvSpPr/>
          <p:nvPr userDrawn="1"/>
        </p:nvSpPr>
        <p:spPr>
          <a:xfrm>
            <a:off x="123278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Pro 55 Roman" panose="020B0602020204020204" pitchFamily="34" charset="77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215128-DC01-82B5-FF95-CD17B9ACB12C}"/>
              </a:ext>
            </a:extLst>
          </p:cNvPr>
          <p:cNvSpPr/>
          <p:nvPr userDrawn="1"/>
        </p:nvSpPr>
        <p:spPr>
          <a:xfrm>
            <a:off x="405119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Pro 55 Roman" panose="020B0602020204020204" pitchFamily="34" charset="77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E91DFC-E616-7C47-DF0B-7E06270BF99C}"/>
              </a:ext>
            </a:extLst>
          </p:cNvPr>
          <p:cNvSpPr/>
          <p:nvPr userDrawn="1"/>
        </p:nvSpPr>
        <p:spPr>
          <a:xfrm>
            <a:off x="686960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Pro 55 Roman" panose="020B0602020204020204" pitchFamily="34" charset="77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A168DF-9E56-0C0D-7485-F28F78F2D2C0}"/>
              </a:ext>
            </a:extLst>
          </p:cNvPr>
          <p:cNvSpPr/>
          <p:nvPr userDrawn="1"/>
        </p:nvSpPr>
        <p:spPr>
          <a:xfrm>
            <a:off x="9688017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Pro 55 Roman" panose="020B0602020204020204" pitchFamily="34" charset="77"/>
              <a:ea typeface="+mn-ea"/>
              <a:cs typeface="+mn-cs"/>
            </a:endParaRP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FB3665BC-C3D4-CE79-80F3-7F34FA3ECD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234" y="3298206"/>
            <a:ext cx="2264685" cy="42556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LT Pro 55 Roman" panose="020B0602020204020204" pitchFamily="34" charset="77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E06ACF8C-308D-25A7-590F-09AAE35138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52644" y="3298206"/>
            <a:ext cx="2264685" cy="33193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LT Pro 55 Roman" panose="020B0602020204020204" pitchFamily="34" charset="77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403A7C49-0A7D-6B23-80B7-E91B87827A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1054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LT Pro 55 Roman" panose="020B0602020204020204" pitchFamily="34" charset="77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9F247137-B811-1C0C-3ECF-8920F2723A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89465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LT Pro 55 Roman" panose="020B0602020204020204" pitchFamily="34" charset="77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EE57E6F6-95E1-BB44-5A8A-95D03F02DC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3BA9357F-11E9-B623-DB32-AA16F0336D1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846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64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rainbow&#10;&#10;Description automatically generated">
            <a:extLst>
              <a:ext uri="{FF2B5EF4-FFF2-40B4-BE49-F238E27FC236}">
                <a16:creationId xmlns:a16="http://schemas.microsoft.com/office/drawing/2014/main" id="{834822A9-DF3C-76DA-0F7D-428C964456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67236"/>
            <a:ext cx="12192001" cy="692523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6EEB829-6CD0-4395-A39D-7E253A77EA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82435" y="2765913"/>
            <a:ext cx="3601189" cy="132617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400" b="1" kern="1200" dirty="0">
                <a:solidFill>
                  <a:schemeClr val="bg1"/>
                </a:solidFill>
                <a:latin typeface="Frutiger LT Pro 55 Roman" panose="020B060202020402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Thank you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A4C7068-0752-FBFE-5D91-4C5EF463A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82435" y="4233333"/>
            <a:ext cx="4293054" cy="66481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Frutiger LT Pro 55 Roman" panose="020B0602020204020204" pitchFamily="34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21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1.svg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29" Type="http://schemas.openxmlformats.org/officeDocument/2006/relationships/image" Target="../media/image1.jpeg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theme" Target="../theme/theme3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31" Type="http://schemas.openxmlformats.org/officeDocument/2006/relationships/image" Target="../media/image3.svg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83.xml"/><Relationship Id="rId3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78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82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7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80.xml"/><Relationship Id="rId28" Type="http://schemas.openxmlformats.org/officeDocument/2006/relationships/image" Target="../media/image23.jpeg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31" Type="http://schemas.openxmlformats.org/officeDocument/2006/relationships/image" Target="../media/image34.svg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9.xml"/><Relationship Id="rId27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slideLayout" Target="../slideLayouts/slideLayout96.xml"/><Relationship Id="rId18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86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5.xml"/><Relationship Id="rId17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99.xml"/><Relationship Id="rId20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5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4" Type="http://schemas.openxmlformats.org/officeDocument/2006/relationships/slideLayout" Target="../slideLayouts/slideLayout97.xml"/><Relationship Id="rId22" Type="http://schemas.openxmlformats.org/officeDocument/2006/relationships/image" Target="../media/image2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lines&#10;&#10;Description automatically generated">
            <a:extLst>
              <a:ext uri="{FF2B5EF4-FFF2-40B4-BE49-F238E27FC236}">
                <a16:creationId xmlns:a16="http://schemas.microsoft.com/office/drawing/2014/main" id="{DA546125-7EB2-8DBC-74DB-D8ECFD1DD116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11203609" y="6481744"/>
            <a:ext cx="614596" cy="261608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400"/>
            <a:fld id="{D1AD548E-8EA6-684F-9B89-4E9F5DC57BB8}" type="slidenum">
              <a:rPr lang="en-US" sz="11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‹#›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4884772" y="6493142"/>
            <a:ext cx="2422457" cy="261608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400">
              <a:defRPr/>
            </a:pPr>
            <a:r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Restricted Circulation | www.LTTS.com</a:t>
            </a:r>
          </a:p>
        </p:txBody>
      </p:sp>
      <p:pic>
        <p:nvPicPr>
          <p:cNvPr id="10" name="Graphic 9"/>
          <p:cNvPicPr>
            <a:picLocks noChangeAspect="1"/>
          </p:cNvPicPr>
          <p:nvPr userDrawn="1"/>
        </p:nvPicPr>
        <p:blipFill>
          <a:blip r:embed="rId31">
            <a:extLst>
              <a:ext uri="{96DAC541-7B7A-43D3-8B79-37D633B846F1}">
                <asvg:svgBlip xmlns:asvg="http://schemas.microsoft.com/office/drawing/2016/SVG/main" xmlns="" r:embed="rId32"/>
              </a:ext>
            </a:extLst>
          </a:blip>
          <a:stretch>
            <a:fillRect/>
          </a:stretch>
        </p:blipFill>
        <p:spPr>
          <a:xfrm>
            <a:off x="340175" y="6447390"/>
            <a:ext cx="1836054" cy="27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661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4332" r:id="rId25"/>
    <p:sldLayoutId id="2147484334" r:id="rId26"/>
    <p:sldLayoutId id="2147484335" r:id="rId27"/>
    <p:sldLayoutId id="2147484338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lines&#10;&#10;Description automatically generated">
            <a:extLst>
              <a:ext uri="{FF2B5EF4-FFF2-40B4-BE49-F238E27FC236}">
                <a16:creationId xmlns:a16="http://schemas.microsoft.com/office/drawing/2014/main" id="{1B8454CE-1EF6-D48F-563F-23B3F145BF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51B557-B1F4-D238-58E1-14870747B8A7}"/>
              </a:ext>
            </a:extLst>
          </p:cNvPr>
          <p:cNvSpPr txBox="1"/>
          <p:nvPr userDrawn="1"/>
        </p:nvSpPr>
        <p:spPr>
          <a:xfrm>
            <a:off x="11203610" y="6481745"/>
            <a:ext cx="614596" cy="261608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77"/>
            <a:fld id="{D1AD548E-8EA6-684F-9B89-4E9F5DC57BB8}" type="slidenum">
              <a:rPr lang="en-US" sz="1100" smtClean="0">
                <a:solidFill>
                  <a:schemeClr val="bg1"/>
                </a:solidFill>
                <a:latin typeface="+mn-lt"/>
              </a:rPr>
              <a:pPr algn="r" defTabSz="914377"/>
              <a:t>‹#›</a:t>
            </a:fld>
            <a:endParaRPr lang="en-US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8DB1FF-3E4B-4EA2-C964-D00B2AA4B437}"/>
              </a:ext>
            </a:extLst>
          </p:cNvPr>
          <p:cNvSpPr txBox="1"/>
          <p:nvPr userDrawn="1"/>
        </p:nvSpPr>
        <p:spPr>
          <a:xfrm>
            <a:off x="4884773" y="6493144"/>
            <a:ext cx="2422456" cy="261608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377"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Restricted Circulation | www.LTTS.com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10477A2-1D5F-EE01-212B-20BCD0C6328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40175" y="6447391"/>
            <a:ext cx="1836055" cy="27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53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0" r:id="rId1"/>
    <p:sldLayoutId id="2147484051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lines&#10;&#10;Description automatically generated">
            <a:extLst>
              <a:ext uri="{FF2B5EF4-FFF2-40B4-BE49-F238E27FC236}">
                <a16:creationId xmlns:a16="http://schemas.microsoft.com/office/drawing/2014/main" id="{DA546125-7EB2-8DBC-74DB-D8ECFD1DD11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03609" y="6481744"/>
            <a:ext cx="614596" cy="261608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400"/>
            <a:fld id="{D1AD548E-8EA6-684F-9B89-4E9F5DC57BB8}" type="slidenum">
              <a:rPr lang="en-US" sz="11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‹#›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84772" y="6493142"/>
            <a:ext cx="2422457" cy="261608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400">
              <a:defRPr/>
            </a:pPr>
            <a:r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Restricted Circulation | www.LTTS.com</a:t>
            </a: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xmlns="" r:embed="rId31"/>
              </a:ext>
            </a:extLst>
          </a:blip>
          <a:stretch>
            <a:fillRect/>
          </a:stretch>
        </p:blipFill>
        <p:spPr>
          <a:xfrm>
            <a:off x="340175" y="6447390"/>
            <a:ext cx="1836054" cy="27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6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0" r:id="rId1"/>
    <p:sldLayoutId id="2147484151" r:id="rId2"/>
    <p:sldLayoutId id="2147484152" r:id="rId3"/>
    <p:sldLayoutId id="2147484153" r:id="rId4"/>
    <p:sldLayoutId id="2147484154" r:id="rId5"/>
    <p:sldLayoutId id="2147484155" r:id="rId6"/>
    <p:sldLayoutId id="2147484156" r:id="rId7"/>
    <p:sldLayoutId id="2147484157" r:id="rId8"/>
    <p:sldLayoutId id="2147484158" r:id="rId9"/>
    <p:sldLayoutId id="2147484159" r:id="rId10"/>
    <p:sldLayoutId id="2147484160" r:id="rId11"/>
    <p:sldLayoutId id="2147484161" r:id="rId12"/>
    <p:sldLayoutId id="2147484162" r:id="rId13"/>
    <p:sldLayoutId id="2147484163" r:id="rId14"/>
    <p:sldLayoutId id="2147484164" r:id="rId15"/>
    <p:sldLayoutId id="2147484165" r:id="rId16"/>
    <p:sldLayoutId id="2147484166" r:id="rId17"/>
    <p:sldLayoutId id="2147484167" r:id="rId18"/>
    <p:sldLayoutId id="2147484168" r:id="rId19"/>
    <p:sldLayoutId id="2147484169" r:id="rId20"/>
    <p:sldLayoutId id="2147484170" r:id="rId21"/>
    <p:sldLayoutId id="2147484171" r:id="rId22"/>
    <p:sldLayoutId id="2147484172" r:id="rId23"/>
    <p:sldLayoutId id="2147484173" r:id="rId24"/>
    <p:sldLayoutId id="2147484174" r:id="rId25"/>
    <p:sldLayoutId id="2147484175" r:id="rId26"/>
    <p:sldLayoutId id="2147484176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ack lines&#10;&#10;Description automatically generated">
            <a:extLst>
              <a:ext uri="{FF2B5EF4-FFF2-40B4-BE49-F238E27FC236}">
                <a16:creationId xmlns:a16="http://schemas.microsoft.com/office/drawing/2014/main" id="{C2BFE4A6-7191-91BF-9A26-912CA738BC68}"/>
              </a:ext>
            </a:extLst>
          </p:cNvPr>
          <p:cNvPicPr>
            <a:picLocks noChangeAspect="1"/>
          </p:cNvPicPr>
          <p:nvPr/>
        </p:nvPicPr>
        <p:blipFill>
          <a:blip r:embed="rId28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9B4F82-240B-C9FD-1720-A8A5B800F42E}"/>
              </a:ext>
            </a:extLst>
          </p:cNvPr>
          <p:cNvSpPr txBox="1"/>
          <p:nvPr/>
        </p:nvSpPr>
        <p:spPr>
          <a:xfrm>
            <a:off x="11203609" y="6481744"/>
            <a:ext cx="614596" cy="261608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400"/>
            <a:fld id="{D1AD548E-8EA6-684F-9B89-4E9F5DC57BB8}" type="slidenum">
              <a:rPr lang="en-US" sz="1100" smtClean="0">
                <a:solidFill>
                  <a:srgbClr val="7F7F7F"/>
                </a:solidFill>
                <a:latin typeface="+mn-lt"/>
              </a:rPr>
              <a:t>‹#›</a:t>
            </a:fld>
            <a:endParaRPr lang="en-US" sz="1100" dirty="0">
              <a:solidFill>
                <a:srgbClr val="7F7F7F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6B5A5-8A0A-8717-9E4A-C751EC5AD8C0}"/>
              </a:ext>
            </a:extLst>
          </p:cNvPr>
          <p:cNvSpPr txBox="1"/>
          <p:nvPr/>
        </p:nvSpPr>
        <p:spPr>
          <a:xfrm>
            <a:off x="4884772" y="6493142"/>
            <a:ext cx="2422457" cy="261608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400">
              <a:defRPr/>
            </a:pPr>
            <a:r>
              <a:rPr lang="en-US" sz="1100" dirty="0">
                <a:solidFill>
                  <a:srgbClr val="7F7F7F"/>
                </a:solidFill>
                <a:latin typeface="+mn-lt"/>
              </a:rPr>
              <a:t>Restricted Circulation | www.LTTS.com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2B27CC2-6654-2BB1-210A-9FBC8A872CC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xmlns="" r:embed="rId31"/>
              </a:ext>
            </a:extLst>
          </a:blip>
          <a:stretch>
            <a:fillRect/>
          </a:stretch>
        </p:blipFill>
        <p:spPr>
          <a:xfrm>
            <a:off x="340175" y="6447390"/>
            <a:ext cx="1836054" cy="27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6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0" r:id="rId1"/>
    <p:sldLayoutId id="2147484181" r:id="rId2"/>
    <p:sldLayoutId id="2147484183" r:id="rId3"/>
    <p:sldLayoutId id="2147484184" r:id="rId4"/>
    <p:sldLayoutId id="2147484185" r:id="rId5"/>
    <p:sldLayoutId id="2147484186" r:id="rId6"/>
    <p:sldLayoutId id="2147484187" r:id="rId7"/>
    <p:sldLayoutId id="2147484188" r:id="rId8"/>
    <p:sldLayoutId id="2147484189" r:id="rId9"/>
    <p:sldLayoutId id="2147484190" r:id="rId10"/>
    <p:sldLayoutId id="2147484191" r:id="rId11"/>
    <p:sldLayoutId id="2147484192" r:id="rId12"/>
    <p:sldLayoutId id="2147484193" r:id="rId13"/>
    <p:sldLayoutId id="2147484194" r:id="rId14"/>
    <p:sldLayoutId id="2147484195" r:id="rId15"/>
    <p:sldLayoutId id="2147484196" r:id="rId16"/>
    <p:sldLayoutId id="2147484197" r:id="rId17"/>
    <p:sldLayoutId id="2147484198" r:id="rId18"/>
    <p:sldLayoutId id="2147484199" r:id="rId19"/>
    <p:sldLayoutId id="2147484200" r:id="rId20"/>
    <p:sldLayoutId id="2147484201" r:id="rId21"/>
    <p:sldLayoutId id="2147484202" r:id="rId22"/>
    <p:sldLayoutId id="2147484203" r:id="rId23"/>
    <p:sldLayoutId id="2147484204" r:id="rId24"/>
    <p:sldLayoutId id="2147484205" r:id="rId25"/>
    <p:sldLayoutId id="2147484336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E6A3793-CCAA-46E9-8D32-B4C5BB69EE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45"/>
          <a:stretch/>
        </p:blipFill>
        <p:spPr>
          <a:xfrm>
            <a:off x="93740" y="0"/>
            <a:ext cx="12098260" cy="674191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663C88-C22B-4D64-AF8C-159C0FF77019}"/>
              </a:ext>
            </a:extLst>
          </p:cNvPr>
          <p:cNvSpPr/>
          <p:nvPr userDrawn="1"/>
        </p:nvSpPr>
        <p:spPr>
          <a:xfrm>
            <a:off x="0" y="0"/>
            <a:ext cx="12192000" cy="6477000"/>
          </a:xfrm>
          <a:prstGeom prst="rect">
            <a:avLst/>
          </a:prstGeom>
          <a:solidFill>
            <a:schemeClr val="bg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06A6C-1DE4-455F-BBF0-7AF0BA518A2E}"/>
              </a:ext>
            </a:extLst>
          </p:cNvPr>
          <p:cNvSpPr txBox="1"/>
          <p:nvPr userDrawn="1"/>
        </p:nvSpPr>
        <p:spPr>
          <a:xfrm>
            <a:off x="3974169" y="6581380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354">
              <a:defRPr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C7D158-5B6C-4709-AD2E-6476B835467F}"/>
              </a:ext>
            </a:extLst>
          </p:cNvPr>
          <p:cNvSpPr txBox="1"/>
          <p:nvPr userDrawn="1"/>
        </p:nvSpPr>
        <p:spPr>
          <a:xfrm>
            <a:off x="11437495" y="6581379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pPr algn="r" defTabSz="914354"/>
              <a:t>‹#›</a:t>
            </a:fld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789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7" r:id="rId1"/>
    <p:sldLayoutId id="2147484258" r:id="rId2"/>
    <p:sldLayoutId id="2147484259" r:id="rId3"/>
    <p:sldLayoutId id="2147484260" r:id="rId4"/>
    <p:sldLayoutId id="2147484261" r:id="rId5"/>
    <p:sldLayoutId id="2147484262" r:id="rId6"/>
    <p:sldLayoutId id="2147484263" r:id="rId7"/>
    <p:sldLayoutId id="2147484264" r:id="rId8"/>
    <p:sldLayoutId id="2147484265" r:id="rId9"/>
    <p:sldLayoutId id="2147484266" r:id="rId10"/>
    <p:sldLayoutId id="2147484267" r:id="rId11"/>
    <p:sldLayoutId id="2147484268" r:id="rId12"/>
    <p:sldLayoutId id="2147484269" r:id="rId13"/>
    <p:sldLayoutId id="2147484270" r:id="rId14"/>
    <p:sldLayoutId id="2147484271" r:id="rId15"/>
    <p:sldLayoutId id="2147484272" r:id="rId16"/>
    <p:sldLayoutId id="2147484273" r:id="rId17"/>
    <p:sldLayoutId id="2147484274" r:id="rId18"/>
    <p:sldLayoutId id="2147484275" r:id="rId19"/>
    <p:sldLayoutId id="2147484276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F9F59622-4AB4-45CD-6311-DE109EFF7F7A}"/>
              </a:ext>
            </a:extLst>
          </p:cNvPr>
          <p:cNvSpPr txBox="1">
            <a:spLocks/>
          </p:cNvSpPr>
          <p:nvPr/>
        </p:nvSpPr>
        <p:spPr>
          <a:xfrm>
            <a:off x="3150308" y="1028474"/>
            <a:ext cx="6434725" cy="10165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54">
              <a:buNone/>
              <a:defRPr/>
            </a:pPr>
            <a:r>
              <a:rPr lang="en-US" sz="3400" b="1" dirty="0">
                <a:solidFill>
                  <a:srgbClr val="EEC208"/>
                </a:solidFill>
                <a:latin typeface="Calibri"/>
              </a:rPr>
              <a:t>9</a:t>
            </a:r>
            <a:r>
              <a:rPr lang="en-US" sz="3400" b="1" baseline="30000" dirty="0">
                <a:solidFill>
                  <a:srgbClr val="EEC208"/>
                </a:solidFill>
                <a:latin typeface="Calibri"/>
              </a:rPr>
              <a:t>th</a:t>
            </a:r>
            <a:r>
              <a:rPr lang="en-US" sz="3400" b="1" dirty="0">
                <a:solidFill>
                  <a:srgbClr val="EEC208"/>
                </a:solidFill>
                <a:latin typeface="Calibri"/>
              </a:rPr>
              <a:t> Edition TECHgium</a:t>
            </a:r>
            <a:r>
              <a:rPr lang="en-US" sz="3400" baseline="30000" dirty="0">
                <a:solidFill>
                  <a:srgbClr val="EEC208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®</a:t>
            </a:r>
            <a:endParaRPr lang="en-US" sz="3400" b="1" dirty="0">
              <a:solidFill>
                <a:srgbClr val="EEC208"/>
              </a:solidFill>
              <a:latin typeface="Calibri"/>
            </a:endParaRP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0BD592B8-B975-5EF7-D697-B70B88CC8767}"/>
              </a:ext>
            </a:extLst>
          </p:cNvPr>
          <p:cNvSpPr txBox="1">
            <a:spLocks/>
          </p:cNvSpPr>
          <p:nvPr/>
        </p:nvSpPr>
        <p:spPr>
          <a:xfrm>
            <a:off x="3092853" y="1675503"/>
            <a:ext cx="6434725" cy="5913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54">
              <a:buNone/>
              <a:defRPr/>
            </a:pPr>
            <a:r>
              <a:rPr lang="en-US" sz="3200" b="1" dirty="0">
                <a:solidFill>
                  <a:schemeClr val="bg1"/>
                </a:solidFill>
                <a:latin typeface="Calibri"/>
              </a:rPr>
              <a:t>Virtual POC Round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DEC026-D205-683E-D4DC-C4254CB8B8C5}"/>
              </a:ext>
            </a:extLst>
          </p:cNvPr>
          <p:cNvSpPr/>
          <p:nvPr/>
        </p:nvSpPr>
        <p:spPr>
          <a:xfrm>
            <a:off x="3720130" y="4149512"/>
            <a:ext cx="1113837" cy="11296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Author 1 </a:t>
            </a:r>
          </a:p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Photo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CCEEB3-F52B-A8AF-16BD-BC8064DE6CC5}"/>
              </a:ext>
            </a:extLst>
          </p:cNvPr>
          <p:cNvSpPr/>
          <p:nvPr/>
        </p:nvSpPr>
        <p:spPr>
          <a:xfrm>
            <a:off x="4987366" y="4141988"/>
            <a:ext cx="1113837" cy="1137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Author 2 </a:t>
            </a:r>
          </a:p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Photo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FE6148-4469-6D3E-4B39-6FA4609AD859}"/>
              </a:ext>
            </a:extLst>
          </p:cNvPr>
          <p:cNvSpPr/>
          <p:nvPr/>
        </p:nvSpPr>
        <p:spPr>
          <a:xfrm>
            <a:off x="6236670" y="4141987"/>
            <a:ext cx="1113837" cy="11296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Author 3 </a:t>
            </a:r>
          </a:p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Photo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38503C-3DE1-467C-01CE-1A52D85C4B52}"/>
              </a:ext>
            </a:extLst>
          </p:cNvPr>
          <p:cNvSpPr/>
          <p:nvPr/>
        </p:nvSpPr>
        <p:spPr>
          <a:xfrm>
            <a:off x="7487048" y="4141987"/>
            <a:ext cx="1113837" cy="11296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Author 4 </a:t>
            </a:r>
          </a:p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Photo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5F3BFF-962D-0A13-9BCA-16D0F09AE77F}"/>
              </a:ext>
            </a:extLst>
          </p:cNvPr>
          <p:cNvSpPr txBox="1"/>
          <p:nvPr/>
        </p:nvSpPr>
        <p:spPr>
          <a:xfrm>
            <a:off x="3425304" y="5447525"/>
            <a:ext cx="140866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dirty="0" err="1" smtClean="0">
                <a:solidFill>
                  <a:srgbClr val="FFCC00"/>
                </a:solidFill>
              </a:rPr>
              <a:t>K.Vyshnavi</a:t>
            </a:r>
            <a:endParaRPr lang="en-US" sz="1900" dirty="0">
              <a:solidFill>
                <a:srgbClr val="FFCC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444718-3350-8A09-956C-402AE34C6C55}"/>
              </a:ext>
            </a:extLst>
          </p:cNvPr>
          <p:cNvSpPr txBox="1"/>
          <p:nvPr/>
        </p:nvSpPr>
        <p:spPr>
          <a:xfrm>
            <a:off x="4823685" y="5443689"/>
            <a:ext cx="127751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dirty="0" err="1">
                <a:solidFill>
                  <a:srgbClr val="FFCC00"/>
                </a:solidFill>
              </a:rPr>
              <a:t>J.Gayathri</a:t>
            </a:r>
            <a:endParaRPr lang="en-US" sz="1900" dirty="0">
              <a:solidFill>
                <a:srgbClr val="FFCC00"/>
              </a:solidFill>
            </a:endParaRPr>
          </a:p>
          <a:p>
            <a:pPr algn="ctr"/>
            <a:endParaRPr lang="en-US" sz="1900" dirty="0">
              <a:solidFill>
                <a:srgbClr val="FFCC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466F03-0030-07A5-9EE8-103B3588F928}"/>
              </a:ext>
            </a:extLst>
          </p:cNvPr>
          <p:cNvSpPr txBox="1"/>
          <p:nvPr/>
        </p:nvSpPr>
        <p:spPr>
          <a:xfrm>
            <a:off x="6149701" y="5443689"/>
            <a:ext cx="125897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dirty="0" err="1">
                <a:solidFill>
                  <a:srgbClr val="FFCC00"/>
                </a:solidFill>
              </a:rPr>
              <a:t>K.Deepthi</a:t>
            </a:r>
            <a:endParaRPr lang="en-US" sz="1900" dirty="0">
              <a:solidFill>
                <a:srgbClr val="FFCC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CD0BD5-E0A7-523D-4F0E-107977133CF8}"/>
              </a:ext>
            </a:extLst>
          </p:cNvPr>
          <p:cNvSpPr txBox="1"/>
          <p:nvPr/>
        </p:nvSpPr>
        <p:spPr>
          <a:xfrm>
            <a:off x="7763426" y="5431950"/>
            <a:ext cx="111383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dirty="0" err="1">
                <a:solidFill>
                  <a:srgbClr val="FFCC00"/>
                </a:solidFill>
              </a:rPr>
              <a:t>K.Sahithi</a:t>
            </a:r>
            <a:endParaRPr lang="en-US" sz="1900" dirty="0">
              <a:solidFill>
                <a:srgbClr val="FFCC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8663B6-BD0C-AF61-851F-468CE64E802F}"/>
              </a:ext>
            </a:extLst>
          </p:cNvPr>
          <p:cNvSpPr txBox="1"/>
          <p:nvPr/>
        </p:nvSpPr>
        <p:spPr>
          <a:xfrm>
            <a:off x="4213616" y="6055433"/>
            <a:ext cx="42364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CC00"/>
                </a:solidFill>
              </a:rPr>
              <a:t>B V Raju Institute of Technology</a:t>
            </a:r>
            <a:r>
              <a:rPr lang="en-US" sz="2000" dirty="0" smtClean="0">
                <a:solidFill>
                  <a:srgbClr val="FFCC00"/>
                </a:solidFill>
              </a:rPr>
              <a:t>, </a:t>
            </a:r>
            <a:r>
              <a:rPr lang="en-US" sz="2000" dirty="0" err="1" smtClean="0">
                <a:solidFill>
                  <a:srgbClr val="FFCC00"/>
                </a:solidFill>
              </a:rPr>
              <a:t>Narsapur</a:t>
            </a:r>
            <a:r>
              <a:rPr lang="en-US" sz="2000" dirty="0">
                <a:solidFill>
                  <a:srgbClr val="FFCC00"/>
                </a:solidFill>
              </a:rPr>
              <a:t>, Telangana</a:t>
            </a:r>
          </a:p>
          <a:p>
            <a:pPr algn="ctr"/>
            <a:endParaRPr lang="en-US" sz="2000" dirty="0">
              <a:solidFill>
                <a:srgbClr val="FFCC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E0BDF6-6781-6F26-4DB9-F8283E6ABAB9}"/>
              </a:ext>
            </a:extLst>
          </p:cNvPr>
          <p:cNvSpPr txBox="1"/>
          <p:nvPr/>
        </p:nvSpPr>
        <p:spPr>
          <a:xfrm>
            <a:off x="4052609" y="2433192"/>
            <a:ext cx="74216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CC00"/>
                </a:solidFill>
              </a:rPr>
              <a:t>Integrated Multi-Objective Optimization Framework for Automotive Passenger Comfort and Handling via Coupled Biodynamic-Vehicle Suspension Modelling</a:t>
            </a:r>
          </a:p>
          <a:p>
            <a:pPr algn="ctr"/>
            <a:endParaRPr lang="en-US" sz="2400" b="1" dirty="0">
              <a:solidFill>
                <a:srgbClr val="FFCC00"/>
              </a:solidFill>
            </a:endParaRPr>
          </a:p>
          <a:p>
            <a:pPr algn="ctr"/>
            <a:endParaRPr lang="en-US" sz="2400" b="1" dirty="0">
              <a:solidFill>
                <a:srgbClr val="FFCC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A18B2D-AF73-3975-8650-9B00EE2CFC81}"/>
              </a:ext>
            </a:extLst>
          </p:cNvPr>
          <p:cNvSpPr txBox="1"/>
          <p:nvPr/>
        </p:nvSpPr>
        <p:spPr>
          <a:xfrm>
            <a:off x="-491997" y="1324547"/>
            <a:ext cx="4310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PID No.</a:t>
            </a:r>
            <a:r>
              <a:rPr lang="en-US" b="1" dirty="0">
                <a:solidFill>
                  <a:srgbClr val="FFCC00"/>
                </a:solidFill>
              </a:rPr>
              <a:t> TG0915687 </a:t>
            </a:r>
          </a:p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2" y="3999768"/>
            <a:ext cx="1302771" cy="13654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455" y="3992990"/>
            <a:ext cx="1182223" cy="137898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6907" y="3999173"/>
            <a:ext cx="1439261" cy="135582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1954" y="3999768"/>
            <a:ext cx="1384270" cy="135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21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FACC1-B807-E199-91AC-AD058066C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22E93-CA75-8D67-4478-EEE1A746BB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b="1" dirty="0"/>
              <a:t>Passenger Comfort Modelling in an Automotive Suspension </a:t>
            </a:r>
            <a:r>
              <a:rPr lang="en-IN" b="1" dirty="0" smtClean="0"/>
              <a:t>System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b="1" dirty="0"/>
              <a:t> </a:t>
            </a:r>
            <a:r>
              <a:rPr lang="en-US" b="1" dirty="0" smtClean="0"/>
              <a:t>    </a:t>
            </a:r>
            <a:r>
              <a:rPr lang="en-US" sz="2300" dirty="0"/>
              <a:t>Establish and validate a mathematical model that accurately represents passenger comfort parameters within a defined suspension system under real-time driving conditions. The model should be capable of simulating comfort dynamics and be supported by physical testing to ensure correlation between theoretical predictions and actual ride experiences.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IN" sz="2400" b="1" dirty="0"/>
          </a:p>
          <a:p>
            <a:pPr marL="0" indent="0" algn="just">
              <a:buNone/>
            </a:pP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241F3A-4CF6-34E8-7F7F-C199B1AC2E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312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9AFC5-699D-64A0-0719-F172E59D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05C55-8623-350C-533F-7AB4A0F63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Concept / Proposed Solution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473BD-D668-64B3-A45F-14C4BDDFC0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521" y="1312913"/>
            <a:ext cx="6756827" cy="4733925"/>
          </a:xfrm>
        </p:spPr>
        <p:txBody>
          <a:bodyPr/>
          <a:lstStyle/>
          <a:p>
            <a:pPr algn="just">
              <a:lnSpc>
                <a:spcPct val="110000"/>
              </a:lnSpc>
            </a:pPr>
            <a:r>
              <a:rPr lang="en-US" sz="2300" dirty="0"/>
              <a:t>Developing mathematical suspension model combined with a </a:t>
            </a:r>
            <a:r>
              <a:rPr lang="en-US" sz="2300" dirty="0" smtClean="0"/>
              <a:t>full car and </a:t>
            </a:r>
            <a:r>
              <a:rPr lang="en-US" sz="2300" dirty="0"/>
              <a:t>human biodynamic system, and simulating it under realistic road vibrations.</a:t>
            </a:r>
          </a:p>
          <a:p>
            <a:pPr algn="just"/>
            <a:r>
              <a:rPr lang="en-US" sz="2300" dirty="0"/>
              <a:t>Comfort metrics such as </a:t>
            </a:r>
            <a:r>
              <a:rPr lang="en-US" sz="2300" dirty="0" smtClean="0"/>
              <a:t>RMS(Root Mean </a:t>
            </a:r>
            <a:r>
              <a:rPr lang="en-US" sz="2300" dirty="0"/>
              <a:t>S</a:t>
            </a:r>
            <a:r>
              <a:rPr lang="en-US" sz="2300" dirty="0" smtClean="0"/>
              <a:t>quare), VDV(Vibration </a:t>
            </a:r>
            <a:r>
              <a:rPr lang="en-US" sz="2300" dirty="0"/>
              <a:t>D</a:t>
            </a:r>
            <a:r>
              <a:rPr lang="en-US" sz="2300" dirty="0" smtClean="0"/>
              <a:t>ose </a:t>
            </a:r>
            <a:r>
              <a:rPr lang="en-US" sz="2300" dirty="0"/>
              <a:t>V</a:t>
            </a:r>
            <a:r>
              <a:rPr lang="en-US" sz="2300" dirty="0" smtClean="0"/>
              <a:t>alue)and </a:t>
            </a:r>
            <a:r>
              <a:rPr lang="en-US" sz="2300" dirty="0"/>
              <a:t>shock indices are calculated from the resulting accelerations and translated into meaningful comfort scores. </a:t>
            </a:r>
          </a:p>
          <a:p>
            <a:pPr algn="just"/>
            <a:r>
              <a:rPr lang="en-US" sz="2300" dirty="0"/>
              <a:t>Finally, the model is validated using </a:t>
            </a:r>
            <a:r>
              <a:rPr lang="en-US" sz="2300" dirty="0" smtClean="0"/>
              <a:t>SIL and HIL </a:t>
            </a:r>
            <a:r>
              <a:rPr lang="en-US" sz="2300" dirty="0"/>
              <a:t>environments for ECU testing and suspension control tuning.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B73C1F-9563-1280-FE2D-53B03B0097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826" y="1091381"/>
            <a:ext cx="4513973" cy="495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157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F2643-D9C1-CABC-75D7-3D21F193A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CAB2C-C3FA-C909-F2FE-13898A090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Feedback from previous rounds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A49C7-5C12-9CAD-8409-B949792666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sz="2300" b="1" dirty="0"/>
              <a:t>Mentor Feedback</a:t>
            </a:r>
            <a:endParaRPr lang="en-IN" sz="2300" dirty="0"/>
          </a:p>
          <a:p>
            <a:r>
              <a:rPr lang="en-IN" sz="2300" dirty="0"/>
              <a:t>Validate real-time feasibility using actual vehicle </a:t>
            </a:r>
            <a:r>
              <a:rPr lang="en-IN" sz="2300" dirty="0" smtClean="0"/>
              <a:t>seat acceleration data.</a:t>
            </a:r>
            <a:endParaRPr lang="en-IN" sz="2300" dirty="0"/>
          </a:p>
          <a:p>
            <a:r>
              <a:rPr lang="en-IN" sz="2300" dirty="0"/>
              <a:t>Ensure model stability under real sensor </a:t>
            </a:r>
            <a:r>
              <a:rPr lang="en-IN" sz="2300" dirty="0" smtClean="0"/>
              <a:t>noise</a:t>
            </a:r>
          </a:p>
          <a:p>
            <a:r>
              <a:rPr lang="en-US" sz="2300" dirty="0"/>
              <a:t>Avoid arbitrary comfort threshold selection</a:t>
            </a:r>
            <a:endParaRPr lang="en-IN" sz="2300" dirty="0"/>
          </a:p>
          <a:p>
            <a:r>
              <a:rPr lang="en-IN" sz="2300" b="1" dirty="0"/>
              <a:t>Implementation</a:t>
            </a:r>
            <a:endParaRPr lang="en-IN" sz="2300" dirty="0"/>
          </a:p>
          <a:p>
            <a:r>
              <a:rPr lang="en-IN" sz="2300" dirty="0"/>
              <a:t>Collected </a:t>
            </a:r>
            <a:r>
              <a:rPr lang="en-IN" sz="2300" dirty="0" smtClean="0"/>
              <a:t>accelerations </a:t>
            </a:r>
            <a:r>
              <a:rPr lang="en-IN" sz="2300" dirty="0"/>
              <a:t>data from a moving car using </a:t>
            </a:r>
            <a:r>
              <a:rPr lang="en-IN" sz="2300" dirty="0" smtClean="0"/>
              <a:t>MPU9250 sensor.</a:t>
            </a:r>
            <a:endParaRPr lang="en-IN" sz="2300" dirty="0"/>
          </a:p>
          <a:p>
            <a:r>
              <a:rPr lang="en-IN" sz="2300" dirty="0"/>
              <a:t>Used real sensor signals for model evaluation</a:t>
            </a:r>
          </a:p>
          <a:p>
            <a:r>
              <a:rPr lang="en-IN" sz="2300" dirty="0"/>
              <a:t>Verified execution </a:t>
            </a:r>
            <a:r>
              <a:rPr lang="en-IN" sz="2300" dirty="0" smtClean="0"/>
              <a:t>behaviour </a:t>
            </a:r>
            <a:r>
              <a:rPr lang="en-IN" sz="2300" dirty="0"/>
              <a:t>under practical </a:t>
            </a:r>
            <a:r>
              <a:rPr lang="en-IN" sz="2300" dirty="0" smtClean="0"/>
              <a:t>conditions</a:t>
            </a:r>
          </a:p>
          <a:p>
            <a:r>
              <a:rPr lang="en-US" sz="2300" dirty="0" smtClean="0"/>
              <a:t>Adopted </a:t>
            </a:r>
            <a:r>
              <a:rPr lang="en-US" sz="2300" dirty="0"/>
              <a:t>ISO 2631 vibration standards</a:t>
            </a:r>
            <a:endParaRPr lang="en-IN" sz="2300" dirty="0"/>
          </a:p>
          <a:p>
            <a:pPr marL="0" indent="0">
              <a:buNone/>
            </a:pPr>
            <a:endParaRPr lang="en-US" sz="23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F45893-6EEE-0FE0-F4AB-D5A244DB15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457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228A8-68C0-0351-9CE3-4B8221726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3435A-BDFF-E187-7B97-A1EA2264E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SWOT Analysis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73E33A-CB07-0D54-D7BF-4AF1A0D32B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9B861AB-B174-EC73-68F0-E0AAEE856E0B}"/>
              </a:ext>
            </a:extLst>
          </p:cNvPr>
          <p:cNvSpPr txBox="1">
            <a:spLocks/>
          </p:cNvSpPr>
          <p:nvPr/>
        </p:nvSpPr>
        <p:spPr bwMode="gray">
          <a:xfrm>
            <a:off x="1531290" y="1076325"/>
            <a:ext cx="2742590" cy="263062"/>
          </a:xfrm>
          <a:prstGeom prst="parallelogram">
            <a:avLst/>
          </a:prstGeom>
          <a:solidFill>
            <a:srgbClr val="17375E"/>
          </a:solidFill>
        </p:spPr>
        <p:txBody>
          <a:bodyPr vert="horz" lIns="91440" tIns="45720" rIns="91440" bIns="45720" rtlCol="0" anchor="ctr">
            <a:noAutofit/>
          </a:bodyPr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 lang="en-US"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14337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28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5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20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12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STRENGTHS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343AD11-D6AA-0CB2-E1B5-766DE67A057F}"/>
              </a:ext>
            </a:extLst>
          </p:cNvPr>
          <p:cNvSpPr txBox="1">
            <a:spLocks/>
          </p:cNvSpPr>
          <p:nvPr/>
        </p:nvSpPr>
        <p:spPr bwMode="gray">
          <a:xfrm>
            <a:off x="7616150" y="1076325"/>
            <a:ext cx="2742590" cy="263062"/>
          </a:xfrm>
          <a:prstGeom prst="parallelogram">
            <a:avLst/>
          </a:prstGeom>
          <a:solidFill>
            <a:srgbClr val="17375E"/>
          </a:solidFill>
        </p:spPr>
        <p:txBody>
          <a:bodyPr vert="horz" lIns="91440" tIns="45720" rIns="91440" bIns="45720" rtlCol="0" anchor="ctr">
            <a:noAutofit/>
          </a:bodyPr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 lang="en-US"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14337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28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5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20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12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WEAKNESS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CDC288F-C7A3-7CF2-BD13-BCFB9FA1FE5A}"/>
              </a:ext>
            </a:extLst>
          </p:cNvPr>
          <p:cNvSpPr txBox="1">
            <a:spLocks/>
          </p:cNvSpPr>
          <p:nvPr/>
        </p:nvSpPr>
        <p:spPr bwMode="gray">
          <a:xfrm>
            <a:off x="1531290" y="3547420"/>
            <a:ext cx="2742590" cy="219501"/>
          </a:xfrm>
          <a:prstGeom prst="parallelogram">
            <a:avLst/>
          </a:prstGeom>
          <a:solidFill>
            <a:srgbClr val="17375E"/>
          </a:solidFill>
        </p:spPr>
        <p:txBody>
          <a:bodyPr vert="horz" lIns="91440" tIns="45720" rIns="91440" bIns="45720" rtlCol="0" anchor="ctr">
            <a:noAutofit/>
          </a:bodyPr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 lang="en-US"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14337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28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5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20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12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OPPORTUNITIES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287BCA5F-F7A2-F96B-A88A-31ADCB0E0F71}"/>
              </a:ext>
            </a:extLst>
          </p:cNvPr>
          <p:cNvSpPr txBox="1">
            <a:spLocks/>
          </p:cNvSpPr>
          <p:nvPr/>
        </p:nvSpPr>
        <p:spPr bwMode="gray">
          <a:xfrm>
            <a:off x="7616150" y="3547421"/>
            <a:ext cx="2742590" cy="219500"/>
          </a:xfrm>
          <a:prstGeom prst="parallelogram">
            <a:avLst/>
          </a:prstGeom>
          <a:solidFill>
            <a:srgbClr val="17375E"/>
          </a:solidFill>
        </p:spPr>
        <p:txBody>
          <a:bodyPr vert="horz" lIns="91440" tIns="45720" rIns="91440" bIns="45720" rtlCol="0" anchor="ctr">
            <a:noAutofit/>
          </a:bodyPr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 lang="en-US"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14337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28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5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20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12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4"/>
              </a:buBlip>
              <a:tabLst>
                <a:tab pos="180975" algn="l"/>
              </a:tabLst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118E01-2909-7C6C-BE61-FCC03AC633A1}"/>
              </a:ext>
            </a:extLst>
          </p:cNvPr>
          <p:cNvSpPr txBox="1"/>
          <p:nvPr/>
        </p:nvSpPr>
        <p:spPr>
          <a:xfrm>
            <a:off x="6171445" y="4156256"/>
            <a:ext cx="5632000" cy="40011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smtClean="0"/>
              <a:t>Road </a:t>
            </a:r>
            <a:r>
              <a:rPr lang="en-IN" sz="2000" dirty="0"/>
              <a:t>&amp; environment variability</a:t>
            </a:r>
            <a:endParaRPr lang="en-US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1D1B66-A1BC-66EA-3609-CD9A227D7240}"/>
              </a:ext>
            </a:extLst>
          </p:cNvPr>
          <p:cNvSpPr txBox="1"/>
          <p:nvPr/>
        </p:nvSpPr>
        <p:spPr>
          <a:xfrm>
            <a:off x="539445" y="8737204"/>
            <a:ext cx="5632000" cy="1679028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2221B2-9CFB-E057-1E10-D7CFAF19BB69}"/>
              </a:ext>
            </a:extLst>
          </p:cNvPr>
          <p:cNvSpPr txBox="1"/>
          <p:nvPr/>
        </p:nvSpPr>
        <p:spPr>
          <a:xfrm>
            <a:off x="6212437" y="1664902"/>
            <a:ext cx="5632000" cy="707886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/>
              <a:t>Limited real-vehicle testing.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64000" y="2091264"/>
            <a:ext cx="51993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2221B2-9CFB-E057-1E10-D7CFAF19BB69}"/>
              </a:ext>
            </a:extLst>
          </p:cNvPr>
          <p:cNvSpPr txBox="1"/>
          <p:nvPr/>
        </p:nvSpPr>
        <p:spPr>
          <a:xfrm>
            <a:off x="362386" y="1547358"/>
            <a:ext cx="5591381" cy="142089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endParaRPr lang="en-US" sz="20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22670" y="1542061"/>
            <a:ext cx="446763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ISO 2631–based comfort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Multi-parameter analysis (RMS, VDV, SI)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Real-time Simulink implementation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 smtClean="0"/>
              <a:t>Comfort analysis for various car models.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118E01-2909-7C6C-BE61-FCC03AC633A1}"/>
              </a:ext>
            </a:extLst>
          </p:cNvPr>
          <p:cNvSpPr txBox="1"/>
          <p:nvPr/>
        </p:nvSpPr>
        <p:spPr>
          <a:xfrm>
            <a:off x="362387" y="4132860"/>
            <a:ext cx="5699200" cy="205445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93707" y="4191989"/>
            <a:ext cx="577773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Adaptive suspension control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Comfort metrics used to adjust damping in real time.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HIL / ECU deployment: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Model validated and implemented on real automotive controllers.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Intelligent comfort optimization: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AI-based tuning to improve passenger ride comfort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3683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F8549-CAAE-C560-38A8-CDD677338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F8D7C-6FBA-7C37-D2B9-DB9CD68D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</a:t>
            </a:r>
            <a:r>
              <a:rPr lang="en-IN" dirty="0" smtClean="0"/>
              <a:t>(1/2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859AF-ACA1-9F20-B676-E778687F08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4992F-3B13-A02E-6AFD-9A85F2FCF4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00" y="1050164"/>
            <a:ext cx="10597290" cy="511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193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F8549-CAAE-C560-38A8-CDD677338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F8D7C-6FBA-7C37-D2B9-DB9CD68D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(2/2)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859AF-ACA1-9F20-B676-E778687F08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4992F-3B13-A02E-6AFD-9A85F2FCF4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156" y="1172806"/>
            <a:ext cx="10176386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035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431A-6361-8325-347A-72ADC640E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A660-C06A-A17D-D8BA-91FEF624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POC / Prototype Demo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34EF1A-58A1-A98B-2703-43DD3EAA15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7879" y="6091905"/>
            <a:ext cx="7595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SIMULINK MODEL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010" y="1003053"/>
            <a:ext cx="9996374" cy="506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342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9C42E-C06E-93BF-8D3E-FF1D98892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A6A74-DC62-E121-FCE1-F19F8EC9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 / Analysis </a:t>
            </a:r>
            <a:r>
              <a:rPr lang="en-IN" dirty="0" smtClean="0"/>
              <a:t>(1/4)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5FA77-B1F9-53FE-36CB-8087720D95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45856A-3B7A-BF3E-BD7A-A62AF1A06A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4000" y="5428914"/>
            <a:ext cx="4070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Sensor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439" y="5428914"/>
            <a:ext cx="6444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Comparison between theoretical and practical seat acceleration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98" y="1193985"/>
            <a:ext cx="6682235" cy="40957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635" y="949763"/>
            <a:ext cx="4283920" cy="431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866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CB1BB-1BEC-C719-802F-3A5F0DCEA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F6172-AE81-4149-FFC0-A8AAF672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 / Analysis </a:t>
            </a:r>
            <a:r>
              <a:rPr lang="en-IN" dirty="0" smtClean="0"/>
              <a:t>(2/4)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1B1F8-11A2-39F2-21A1-AD7213D2EE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DD8C3-D340-87A9-C6AF-58E259ADB6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148" y="1100530"/>
            <a:ext cx="5695822" cy="203399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323" y="3519215"/>
            <a:ext cx="5658015" cy="24334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1494" y="3134521"/>
            <a:ext cx="407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MATLAB SIMULATION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5799148" y="3149883"/>
            <a:ext cx="5928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         Shock Index 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5034115" y="5952699"/>
            <a:ext cx="6238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                                  VDV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256" y="1100530"/>
            <a:ext cx="5265061" cy="19599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178" y="3673643"/>
            <a:ext cx="5393706" cy="22350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672" y="5878678"/>
            <a:ext cx="5670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            RMS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9045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9C42E-C06E-93BF-8D3E-FF1D98892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A6A74-DC62-E121-FCE1-F19F8EC9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 / Analysis </a:t>
            </a:r>
            <a:r>
              <a:rPr lang="en-IN" dirty="0" smtClean="0"/>
              <a:t>(3/4)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5FA77-B1F9-53FE-36CB-8087720D95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45856A-3B7A-BF3E-BD7A-A62AF1A06A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241501" y="914155"/>
            <a:ext cx="5771011" cy="25921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581" y="914159"/>
            <a:ext cx="5607419" cy="25488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12607" y="3175802"/>
            <a:ext cx="5670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           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464000" y="3463008"/>
            <a:ext cx="510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    fig 1:  FIXED DAMPING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8765" y="3439736"/>
            <a:ext cx="4735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       fig 2:ADAPTIVE DAMPING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500" y="3866899"/>
            <a:ext cx="5771011" cy="218829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386" y="3809068"/>
            <a:ext cx="5644015" cy="222285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5534" y="6149961"/>
            <a:ext cx="510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Fig 3: LOW DAMPING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5058" y="6083104"/>
            <a:ext cx="510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Fig 4: HIGH DAMPING</a:t>
            </a:r>
          </a:p>
        </p:txBody>
      </p:sp>
    </p:spTree>
    <p:extLst>
      <p:ext uri="{BB962C8B-B14F-4D97-AF65-F5344CB8AC3E}">
        <p14:creationId xmlns:p14="http://schemas.microsoft.com/office/powerpoint/2010/main" val="63019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Testing/ Analysis(4/4)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79" y="989428"/>
            <a:ext cx="5529462" cy="4733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929" y="5855110"/>
            <a:ext cx="5073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Simulink Test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6426882" y="5855110"/>
            <a:ext cx="512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Hardware-In-Loop</a:t>
            </a: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391" y="989428"/>
            <a:ext cx="5705958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346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197CE-19B3-5D95-D579-77206EC8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3890B-6F6B-C96D-1996-32BF7017C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Cost for POC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74B3ED-FD70-9366-1999-3CB4D4285F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E3B83D7-AE57-C5B5-44CC-69588B46210B}"/>
              </a:ext>
            </a:extLst>
          </p:cNvPr>
          <p:cNvSpPr txBox="1">
            <a:spLocks/>
          </p:cNvSpPr>
          <p:nvPr/>
        </p:nvSpPr>
        <p:spPr bwMode="gray">
          <a:xfrm>
            <a:off x="5199562" y="1201516"/>
            <a:ext cx="2742590" cy="284328"/>
          </a:xfrm>
          <a:prstGeom prst="parallelogram">
            <a:avLst/>
          </a:prstGeom>
          <a:solidFill>
            <a:srgbClr val="FFD317"/>
          </a:solidFill>
        </p:spPr>
        <p:txBody>
          <a:bodyPr vert="horz" lIns="91440" tIns="45720" rIns="91440" bIns="45720" rtlCol="0" anchor="ctr">
            <a:noAutofit/>
          </a:bodyPr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 lang="en-US"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14337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180975" algn="l"/>
              </a:tabLst>
              <a:defRPr 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28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180975" algn="l"/>
              </a:tabLst>
              <a:defRPr lang="en-US" sz="15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20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180975" algn="l"/>
              </a:tabLst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12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180975" algn="l"/>
              </a:tabLst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Cost for POC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626" y="1656500"/>
            <a:ext cx="5370463" cy="41710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43251" y="5884583"/>
            <a:ext cx="5370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estimated cost:4,500-7000(in rupees)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73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A57FA-FC54-EC1C-B84D-98DF08D98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E63DE-6886-AF84-F9D8-C743FC732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&amp; Conclusion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229AB-3C21-6349-7416-76FD715228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300" dirty="0"/>
              <a:t>The </a:t>
            </a:r>
            <a:r>
              <a:rPr lang="en-US" sz="2300" dirty="0" smtClean="0"/>
              <a:t>car–human </a:t>
            </a:r>
            <a:r>
              <a:rPr lang="en-US" sz="2300" dirty="0"/>
              <a:t>model successfully evaluated passenger comfort under uneven road input.</a:t>
            </a:r>
          </a:p>
          <a:p>
            <a:r>
              <a:rPr lang="en-US" sz="2300" dirty="0" smtClean="0"/>
              <a:t>RMS</a:t>
            </a:r>
            <a:r>
              <a:rPr lang="en-US" sz="2300" dirty="0"/>
              <a:t>, VDV, and Shock Index effectively measured vibration severity and exposure.</a:t>
            </a:r>
          </a:p>
          <a:p>
            <a:r>
              <a:rPr lang="en-US" sz="2300" dirty="0"/>
              <a:t>ISO 2631 weighting was used to assess ride comfort standards.</a:t>
            </a:r>
          </a:p>
          <a:p>
            <a:r>
              <a:rPr lang="en-US" sz="2300" dirty="0" smtClean="0"/>
              <a:t>The </a:t>
            </a:r>
            <a:r>
              <a:rPr lang="en-US" sz="2300" dirty="0"/>
              <a:t>model supports </a:t>
            </a:r>
            <a:r>
              <a:rPr lang="en-US" sz="2300" dirty="0" smtClean="0"/>
              <a:t> </a:t>
            </a:r>
            <a:r>
              <a:rPr lang="en-US" sz="2300" dirty="0"/>
              <a:t>real-time and SIL/HIL implementation</a:t>
            </a:r>
            <a:r>
              <a:rPr lang="en-US" dirty="0" smtClean="0"/>
              <a:t>.</a:t>
            </a:r>
          </a:p>
          <a:p>
            <a:r>
              <a:rPr lang="en-US" sz="2300" dirty="0" smtClean="0"/>
              <a:t>Model executed stably under real-time constraints.</a:t>
            </a:r>
          </a:p>
          <a:p>
            <a:r>
              <a:rPr lang="en-US" sz="2300" dirty="0" smtClean="0"/>
              <a:t>SIL and HIL validation improved confidence for ECU deployment.</a:t>
            </a:r>
          </a:p>
          <a:p>
            <a:pPr marL="0" indent="0">
              <a:buNone/>
            </a:pPr>
            <a:endParaRPr lang="en-US" sz="2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F1DE93-3C2D-A1E8-E418-B143255CAE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618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9963B-7A89-67F8-0EDC-7E089AF4B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D7BE-DA2B-BCDF-5E98-B5A68DA2B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D610D-8F4A-2EA0-16BA-7D516A7D7B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4000" y="930435"/>
            <a:ext cx="11235421" cy="4733925"/>
          </a:xfrm>
        </p:spPr>
        <p:txBody>
          <a:bodyPr/>
          <a:lstStyle/>
          <a:p>
            <a:pPr marL="457200" lvl="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300" dirty="0"/>
              <a:t>Z. Wang, C. Liu, X. Zheng, L. Zhao, and Y. </a:t>
            </a:r>
            <a:r>
              <a:rPr lang="en-US" altLang="en-US" sz="2300" dirty="0" err="1"/>
              <a:t>Qiu</a:t>
            </a:r>
            <a:r>
              <a:rPr lang="en-US" altLang="en-US" sz="2300" dirty="0"/>
              <a:t>, “</a:t>
            </a:r>
            <a:r>
              <a:rPr lang="en-US" altLang="en-US" sz="2300" b="1" dirty="0"/>
              <a:t>Advancements in Semi-Active Automotive Suspension Systems with Magnetorheological Dampers: A Review,</a:t>
            </a:r>
            <a:r>
              <a:rPr lang="en-US" altLang="en-US" sz="2300" dirty="0"/>
              <a:t>” Applied Sciences, vol. 14, no. 17, article 7866, Sep. 4, 2024</a:t>
            </a:r>
            <a:r>
              <a:rPr lang="en-US" altLang="en-US" sz="2300" dirty="0" smtClean="0"/>
              <a:t>.</a:t>
            </a:r>
            <a:endParaRPr lang="en-US" altLang="en-US" sz="2300" dirty="0"/>
          </a:p>
          <a:p>
            <a:pPr marL="457200" lvl="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300" dirty="0" smtClean="0"/>
              <a:t>Wu, J., Zhou, H., Liu, Z., “</a:t>
            </a:r>
            <a:r>
              <a:rPr lang="en-US" altLang="en-US" sz="2300" b="1" dirty="0" smtClean="0"/>
              <a:t>Ride Comfort Optimization via Speed Planning and Preview Semi-Active Suspension Control for Autonomous Vehicles on Uneven Roads</a:t>
            </a:r>
            <a:r>
              <a:rPr lang="en-US" altLang="en-US" sz="2300" dirty="0" smtClean="0"/>
              <a:t>,” IEEE Transactions on Vehicular Technology may 2020.</a:t>
            </a:r>
            <a:endParaRPr lang="en-US" altLang="en-US" sz="2300" dirty="0"/>
          </a:p>
          <a:p>
            <a:pPr marL="457200" lvl="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300" dirty="0"/>
              <a:t>K. </a:t>
            </a:r>
            <a:r>
              <a:rPr lang="en-US" altLang="en-US" sz="2300" dirty="0" err="1"/>
              <a:t>Asarar</a:t>
            </a:r>
            <a:r>
              <a:rPr lang="en-US" altLang="en-US" sz="2300" dirty="0"/>
              <a:t>, “</a:t>
            </a:r>
            <a:r>
              <a:rPr lang="en-US" altLang="en-US" sz="2300" b="1" dirty="0"/>
              <a:t>Predicting comfort in autonomous driving from vibration signals</a:t>
            </a:r>
            <a:r>
              <a:rPr lang="en-US" altLang="en-US" sz="2300" dirty="0"/>
              <a:t>,” M.S. thesis, Dept. of Automatic Control, School of Electrical Eng. and Comp. Sci., 2021</a:t>
            </a:r>
            <a:r>
              <a:rPr lang="en-US" altLang="en-US" sz="2300" dirty="0" smtClean="0"/>
              <a:t>.</a:t>
            </a:r>
          </a:p>
          <a:p>
            <a:pPr marL="457200" lvl="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300" dirty="0"/>
              <a:t>R. </a:t>
            </a:r>
            <a:r>
              <a:rPr lang="en-US" altLang="en-US" sz="2300" dirty="0" err="1"/>
              <a:t>Wawryszczuk</a:t>
            </a:r>
            <a:r>
              <a:rPr lang="en-US" altLang="en-US" sz="2300" dirty="0"/>
              <a:t>, “</a:t>
            </a:r>
            <a:r>
              <a:rPr lang="en-US" altLang="en-US" sz="2300" b="1" dirty="0"/>
              <a:t>Methods of Passenger Ride Comfort Evaluation — Tests for ISO 2631</a:t>
            </a:r>
            <a:r>
              <a:rPr lang="en-US" altLang="en-US" sz="2300" dirty="0"/>
              <a:t>,” Int. J. Environ. Res. Public Health, </a:t>
            </a:r>
            <a:r>
              <a:rPr lang="en-US" altLang="en-US" sz="2300" dirty="0" smtClean="0"/>
              <a:t>2023</a:t>
            </a:r>
          </a:p>
          <a:p>
            <a:pPr marL="457200" lvl="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300" dirty="0"/>
              <a:t>A. Patel, R. Shah, and K. Mehta, “</a:t>
            </a:r>
            <a:r>
              <a:rPr lang="en-US" altLang="en-US" sz="2300" b="1" dirty="0"/>
              <a:t>Mathematical modelling and simulation of suspension </a:t>
            </a:r>
            <a:r>
              <a:rPr lang="en-US" altLang="en-US" sz="2300" b="1" dirty="0" smtClean="0"/>
              <a:t>system</a:t>
            </a:r>
            <a:r>
              <a:rPr lang="en-US" altLang="en-US" sz="2300" dirty="0" smtClean="0"/>
              <a:t>” </a:t>
            </a:r>
            <a:r>
              <a:rPr lang="en-US" altLang="en-US" sz="2300" dirty="0"/>
              <a:t>International Journal for Research in Applied Science &amp; Engineering Technology (IJRASET),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E7190F-756F-ED52-DF46-69E9C054FB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301" y="243840"/>
            <a:ext cx="1790699" cy="48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20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DC89B9-0E13-C0D8-1AEC-71FCC005D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7937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hite Theme">
  <a:themeElements>
    <a:clrScheme name="LTTS color">
      <a:dk1>
        <a:sysClr val="windowText" lastClr="000000"/>
      </a:dk1>
      <a:lt1>
        <a:sysClr val="window" lastClr="FFFFFF"/>
      </a:lt1>
      <a:dk2>
        <a:srgbClr val="00ADEE"/>
      </a:dk2>
      <a:lt2>
        <a:srgbClr val="003F72"/>
      </a:lt2>
      <a:accent1>
        <a:srgbClr val="0556CD"/>
      </a:accent1>
      <a:accent2>
        <a:srgbClr val="058EFF"/>
      </a:accent2>
      <a:accent3>
        <a:srgbClr val="FFD317"/>
      </a:accent3>
      <a:accent4>
        <a:srgbClr val="73BE44"/>
      </a:accent4>
      <a:accent5>
        <a:srgbClr val="BDD630"/>
      </a:accent5>
      <a:accent6>
        <a:srgbClr val="911FFF"/>
      </a:accent6>
      <a:hlink>
        <a:srgbClr val="058EFF"/>
      </a:hlink>
      <a:folHlink>
        <a:srgbClr val="0556CD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>
          <a:solidFill>
            <a:schemeClr val="accent3"/>
          </a:solidFill>
          <a:prstDash val="sysDot"/>
          <a:headEnd type="oval"/>
          <a:tailEnd type="oval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ack Theme">
  <a:themeElements>
    <a:clrScheme name="LTTS">
      <a:dk1>
        <a:srgbClr val="020B15"/>
      </a:dk1>
      <a:lt1>
        <a:srgbClr val="FFFFFF"/>
      </a:lt1>
      <a:dk2>
        <a:srgbClr val="122667"/>
      </a:dk2>
      <a:lt2>
        <a:srgbClr val="5C6368"/>
      </a:lt2>
      <a:accent1>
        <a:srgbClr val="064CC8"/>
      </a:accent1>
      <a:accent2>
        <a:srgbClr val="74BF43"/>
      </a:accent2>
      <a:accent3>
        <a:srgbClr val="FDD313"/>
      </a:accent3>
      <a:accent4>
        <a:srgbClr val="23DCE1"/>
      </a:accent4>
      <a:accent5>
        <a:srgbClr val="7A70FF"/>
      </a:accent5>
      <a:accent6>
        <a:srgbClr val="EBADB8"/>
      </a:accent6>
      <a:hlink>
        <a:srgbClr val="017877"/>
      </a:hlink>
      <a:folHlink>
        <a:srgbClr val="E2735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6_White Theme">
  <a:themeElements>
    <a:clrScheme name="LTTS color">
      <a:dk1>
        <a:sysClr val="windowText" lastClr="000000"/>
      </a:dk1>
      <a:lt1>
        <a:sysClr val="window" lastClr="FFFFFF"/>
      </a:lt1>
      <a:dk2>
        <a:srgbClr val="00ADEE"/>
      </a:dk2>
      <a:lt2>
        <a:srgbClr val="003F72"/>
      </a:lt2>
      <a:accent1>
        <a:srgbClr val="0556CD"/>
      </a:accent1>
      <a:accent2>
        <a:srgbClr val="058EFF"/>
      </a:accent2>
      <a:accent3>
        <a:srgbClr val="FFD317"/>
      </a:accent3>
      <a:accent4>
        <a:srgbClr val="73BE44"/>
      </a:accent4>
      <a:accent5>
        <a:srgbClr val="BDD630"/>
      </a:accent5>
      <a:accent6>
        <a:srgbClr val="911FFF"/>
      </a:accent6>
      <a:hlink>
        <a:srgbClr val="058EFF"/>
      </a:hlink>
      <a:folHlink>
        <a:srgbClr val="0556CD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>
          <a:solidFill>
            <a:schemeClr val="accent3"/>
          </a:solidFill>
          <a:prstDash val="sysDot"/>
          <a:headEnd type="oval"/>
          <a:tailEnd type="oval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White Theme">
  <a:themeElements>
    <a:clrScheme name="LTTS">
      <a:dk1>
        <a:srgbClr val="020B15"/>
      </a:dk1>
      <a:lt1>
        <a:srgbClr val="FFFFFF"/>
      </a:lt1>
      <a:dk2>
        <a:srgbClr val="122667"/>
      </a:dk2>
      <a:lt2>
        <a:srgbClr val="5C6368"/>
      </a:lt2>
      <a:accent1>
        <a:srgbClr val="064CC8"/>
      </a:accent1>
      <a:accent2>
        <a:srgbClr val="74BF43"/>
      </a:accent2>
      <a:accent3>
        <a:srgbClr val="FDD313"/>
      </a:accent3>
      <a:accent4>
        <a:srgbClr val="23DCE1"/>
      </a:accent4>
      <a:accent5>
        <a:srgbClr val="7A70FF"/>
      </a:accent5>
      <a:accent6>
        <a:srgbClr val="EBADB8"/>
      </a:accent6>
      <a:hlink>
        <a:srgbClr val="017877"/>
      </a:hlink>
      <a:folHlink>
        <a:srgbClr val="E2735E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>
          <a:solidFill>
            <a:schemeClr val="accent3"/>
          </a:solidFill>
          <a:prstDash val="sysDot"/>
          <a:headEnd type="oval"/>
          <a:tailEnd type="oval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L&amp;T Theme 2">
  <a:themeElements>
    <a:clrScheme name="Custom 5">
      <a:dk1>
        <a:sysClr val="windowText" lastClr="000000"/>
      </a:dk1>
      <a:lt1>
        <a:sysClr val="window" lastClr="FFFFFF"/>
      </a:lt1>
      <a:dk2>
        <a:srgbClr val="00B0F0"/>
      </a:dk2>
      <a:lt2>
        <a:srgbClr val="004581"/>
      </a:lt2>
      <a:accent1>
        <a:srgbClr val="0556CD"/>
      </a:accent1>
      <a:accent2>
        <a:srgbClr val="058EFF"/>
      </a:accent2>
      <a:accent3>
        <a:srgbClr val="FFCC29"/>
      </a:accent3>
      <a:accent4>
        <a:srgbClr val="73BE44"/>
      </a:accent4>
      <a:accent5>
        <a:srgbClr val="BDD630"/>
      </a:accent5>
      <a:accent6>
        <a:srgbClr val="911FFF"/>
      </a:accent6>
      <a:hlink>
        <a:srgbClr val="4C00FF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solidFill>
          <a:schemeClr val="bg1"/>
        </a:solidFill>
        <a:ln w="12700">
          <a:solidFill>
            <a:schemeClr val="accent2"/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c70228-c75a-4d34-85d7-31317263b9a2">
      <Terms xmlns="http://schemas.microsoft.com/office/infopath/2007/PartnerControls"/>
    </lcf76f155ced4ddcb4097134ff3c332f>
    <TaxCatchAll xmlns="7b6f5015-22fe-415e-b312-25636bc07d4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E3F55680E3D842B4AC76C8A7496D7B" ma:contentTypeVersion="15" ma:contentTypeDescription="Create a new document." ma:contentTypeScope="" ma:versionID="7dfd2a20b1cbbf95ae7798e8d24d9b5b">
  <xsd:schema xmlns:xsd="http://www.w3.org/2001/XMLSchema" xmlns:xs="http://www.w3.org/2001/XMLSchema" xmlns:p="http://schemas.microsoft.com/office/2006/metadata/properties" xmlns:ns2="bfc70228-c75a-4d34-85d7-31317263b9a2" xmlns:ns3="7b6f5015-22fe-415e-b312-25636bc07d4e" targetNamespace="http://schemas.microsoft.com/office/2006/metadata/properties" ma:root="true" ma:fieldsID="fba9b3b6c3cb454e52bedff62f882a45" ns2:_="" ns3:_="">
    <xsd:import namespace="bfc70228-c75a-4d34-85d7-31317263b9a2"/>
    <xsd:import namespace="7b6f5015-22fe-415e-b312-25636bc07d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c70228-c75a-4d34-85d7-31317263b9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4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2d122f3-2187-4f4a-ac69-8279b349ae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6f5015-22fe-415e-b312-25636bc07d4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72ca217f-fdc2-4533-8cd4-51e1819db60c}" ma:internalName="TaxCatchAll" ma:showField="CatchAllData" ma:web="7b6f5015-22fe-415e-b312-25636bc07d4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188826-C214-4B33-B4FB-5ABC4D4ACC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9E2DC4-AAE2-45D1-B727-2880240DEBD2}">
  <ds:schemaRefs>
    <ds:schemaRef ds:uri="http://schemas.microsoft.com/office/2006/documentManagement/types"/>
    <ds:schemaRef ds:uri="http://purl.org/dc/elements/1.1/"/>
    <ds:schemaRef ds:uri="http://www.w3.org/XML/1998/namespace"/>
    <ds:schemaRef ds:uri="bfc70228-c75a-4d34-85d7-31317263b9a2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b6f5015-22fe-415e-b312-25636bc07d4e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FED5A6E-FDDA-4ED8-9C1C-1FCAF6D8CB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c70228-c75a-4d34-85d7-31317263b9a2"/>
    <ds:schemaRef ds:uri="7b6f5015-22fe-415e-b312-25636bc07d4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25001</TotalTime>
  <Words>680</Words>
  <Application>Microsoft Office PowerPoint</Application>
  <PresentationFormat>Widescreen</PresentationFormat>
  <Paragraphs>94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16</vt:i4>
      </vt:variant>
    </vt:vector>
  </HeadingPairs>
  <TitlesOfParts>
    <vt:vector size="31" baseType="lpstr">
      <vt:lpstr>Aptos</vt:lpstr>
      <vt:lpstr>Arial</vt:lpstr>
      <vt:lpstr>Calibri</vt:lpstr>
      <vt:lpstr>Calibri Light</vt:lpstr>
      <vt:lpstr>Frutiger 45 Light</vt:lpstr>
      <vt:lpstr>Frutiger LT Pro 55 Roman</vt:lpstr>
      <vt:lpstr>Open Sans</vt:lpstr>
      <vt:lpstr>Source Sans Pro</vt:lpstr>
      <vt:lpstr>Symbol</vt:lpstr>
      <vt:lpstr>Wingdings</vt:lpstr>
      <vt:lpstr>White Theme</vt:lpstr>
      <vt:lpstr>1_Black Theme</vt:lpstr>
      <vt:lpstr>6_White Theme</vt:lpstr>
      <vt:lpstr>7_White Theme</vt:lpstr>
      <vt:lpstr>3_L&amp;T Theme 2</vt:lpstr>
      <vt:lpstr>PowerPoint Presentation</vt:lpstr>
      <vt:lpstr>Challenge Statement</vt:lpstr>
      <vt:lpstr>Concept / Proposed Solution </vt:lpstr>
      <vt:lpstr>Feedback from previous rounds</vt:lpstr>
      <vt:lpstr>SWOT Analysis</vt:lpstr>
      <vt:lpstr>Implementation (1/2)</vt:lpstr>
      <vt:lpstr>Implementation (2/2)</vt:lpstr>
      <vt:lpstr>POC / Prototype Demo</vt:lpstr>
      <vt:lpstr>Testing / Analysis (1/4)</vt:lpstr>
      <vt:lpstr>Testing / Analysis (2/4)</vt:lpstr>
      <vt:lpstr>Testing / Analysis (3/4)</vt:lpstr>
      <vt:lpstr>Testing/ Analysis(4/4)</vt:lpstr>
      <vt:lpstr>Cost for POC </vt:lpstr>
      <vt:lpstr>Result &amp; 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Perugu Sai Charan</dc:creator>
  <cp:lastModifiedBy>HP</cp:lastModifiedBy>
  <cp:revision>639</cp:revision>
  <dcterms:created xsi:type="dcterms:W3CDTF">2024-10-24T12:01:00Z</dcterms:created>
  <dcterms:modified xsi:type="dcterms:W3CDTF">2026-05-22T12:22:18Z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0x010100B2E3F55680E3D842B4AC76C8A7496D7B</vt:lpwstr>
  </property>
  <property fmtid="{D5CDD505-2E9C-101B-9397-08002B2CF9AE}" pid="3" name="MSIP_Label_3bb46c77-3b58-4101-b463-cd3b3d516e4a_Enabled">
    <vt:lpwstr>true</vt:lpwstr>
  </property>
  <property fmtid="{D5CDD505-2E9C-101B-9397-08002B2CF9AE}" pid="4" name="MSIP_Label_3bb46c77-3b58-4101-b463-cd3b3d516e4a_SetDate">
    <vt:lpwstr>2025-09-10T10:47:26Z</vt:lpwstr>
  </property>
  <property fmtid="{D5CDD505-2E9C-101B-9397-08002B2CF9AE}" pid="5" name="MSIP_Label_3bb46c77-3b58-4101-b463-cd3b3d516e4a_Method">
    <vt:lpwstr>Privileged</vt:lpwstr>
  </property>
  <property fmtid="{D5CDD505-2E9C-101B-9397-08002B2CF9AE}" pid="6" name="MSIP_Label_3bb46c77-3b58-4101-b463-cd3b3d516e4a_Name">
    <vt:lpwstr>Non-Business</vt:lpwstr>
  </property>
  <property fmtid="{D5CDD505-2E9C-101B-9397-08002B2CF9AE}" pid="7" name="MSIP_Label_3bb46c77-3b58-4101-b463-cd3b3d516e4a_SiteId">
    <vt:lpwstr>311b3378-8e8a-4b5e-a33f-e80a3d8ba60a</vt:lpwstr>
  </property>
  <property fmtid="{D5CDD505-2E9C-101B-9397-08002B2CF9AE}" pid="8" name="MSIP_Label_3bb46c77-3b58-4101-b463-cd3b3d516e4a_ActionId">
    <vt:lpwstr>0fba93b7-36f7-4fc5-9d44-665645104f82</vt:lpwstr>
  </property>
  <property fmtid="{D5CDD505-2E9C-101B-9397-08002B2CF9AE}" pid="9" name="MSIP_Label_3bb46c77-3b58-4101-b463-cd3b3d516e4a_ContentBits">
    <vt:lpwstr>0</vt:lpwstr>
  </property>
  <property fmtid="{D5CDD505-2E9C-101B-9397-08002B2CF9AE}" pid="10" name="MSIP_Label_3bb46c77-3b58-4101-b463-cd3b3d516e4a_Tag">
    <vt:lpwstr>10, 0, 1, 1</vt:lpwstr>
  </property>
</Properties>
</file>